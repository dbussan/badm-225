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14: the interview as a communication genre — preparation, performance, and the paperwork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14 practice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prep — research, stories,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determines prep. Ask the recruiter what the format is — asking is itself a professional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research is the same discipline as proposal research: their pain, their language, their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is the behavioral-interview standard because it forces evidence. The I-vs-we discipline is where team players undersell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 bank converts interview prep from cramming into rehearsal. Eight stories, honestly built, cover a hundred question phrasings.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receptionist line is true and memorable — many hiring managers explicitly ask front desk staff about candidate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the interview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'Tell me about yourself' opens nearly every interview and is the most preparable moment in it. Present-past-future prevents the childhood-onward ramble.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Decoding the question behind the question converts each classic from a trap into a prompt. The weakness answer spec — real, non-fatal, actively fixed — is the one they'll quote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from hypothetical to evidence is the single best interview technique nobody teaches undergraduates.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questions segment is scored as heavily as the answers — it's the interview's sample of the candidate's curiosity and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One-way screens are now common at volume employers and students find them alien — naming the genre and its rules removes most of the dread.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concern-beneath-the-question technique keeps the candidate in control without a confrontation they didn't choose. The 'you're evaluating them' close resets the power frame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salary — the conversation students fear most and prepare for least.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 transparency laws have changed this conversation — many postings now carry ranges. The researched-range script removes the panic from the early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'Negotiate once, with a reason' is the professional pattern: employers report respecting the single evidence-backed ask and resenting the nibble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everything after the handshake — the genre work that Chapter 6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repair function is underused: the thank-you is a legitimate second chance at one flubbed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competing-offer script is honest leverage — recruiters confirm it works exactly when the interest was real, which is the information the candidate needs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path out of the process is a relationship event: the reply-to-rejection habit alone has restarted careers.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of a pattern every recruiter recognizes: silver medalists who handle the loss well are the first call at the next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mechanics in four habits. The seat-order name trick is small and solves the most common panel embarrassment.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working session is the interview format most like the actual job — which is why 'perform the reasoning' is the whole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Mid-interview calibration — the live-audience version of audience analysis. The backpedal warning fixes a real and common self-inflicted wound.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candidacy is common early-career and never taught. The overprepare instruction is the whole slide in two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 Unit 5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 Unit 5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terviewing and Follow-Up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Interviewing and Follow-Up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STAR stories · the questions you ask · salary talk · the follow-through that separates finalists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14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Prepare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STAR story bank that covers the ten questions you already know are coming.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Perform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 every format: phone screen, video, behavioral, panel — with the specifics of each.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questions that signal you're already thinking like someone doing the job.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Handle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money: researched ranges, calm anchoring, and negotiating the offer you receive.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Follow through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like a professional: the specific thank-you, the patient cadence, the graceful no — and the graceful yes.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efore: preparation is the interview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Before: preparation is the interview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performance is decided mostly by what happens the week before.</a:t>
            </a:r>
          </a:p>
        </p:txBody>
      </p:sp>
      <p:sp>
        <p:nvSpPr>
          <p:cNvPr id="5" name="TextBox 4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now the format you're walking into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Know the format you're walking into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Oval 4" descr="The phone screen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6" name="TextBox 5" descr="The phone screen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phone screen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20–30 minutes, usually HR: verifying basics, salary range, communication skills. Stand up, smile — it's audible.</a:t>
            </a:r>
          </a:p>
        </p:txBody>
      </p:sp>
      <p:sp>
        <p:nvSpPr>
          <p:cNvPr id="7" name="Oval 6" descr="The video interview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🎥</a:t>
            </a:r>
          </a:p>
        </p:txBody>
      </p:sp>
      <p:sp>
        <p:nvSpPr>
          <p:cNvPr id="8" name="TextBox 7" descr="The video interview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video interview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Live or recorded one-way. All of Chapter 12's camera rules apply, plus the specifics later this deck.</a:t>
            </a:r>
          </a:p>
        </p:txBody>
      </p:sp>
      <p:sp>
        <p:nvSpPr>
          <p:cNvPr id="9" name="Oval 8" descr="The behavioral interview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0" name="TextBox 9" descr="The behavioral interview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behavioral interview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'Tell me about a time…' — past behavior as evidence of future behavior. STAR territory.</a:t>
            </a:r>
          </a:p>
        </p:txBody>
      </p:sp>
      <p:sp>
        <p:nvSpPr>
          <p:cNvPr id="11" name="Oval 10" descr="The panel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2" name="TextBox 11" descr="The panel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panel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Several interviewers, divided roles. Answer to the asker, sweep the room, get every name for the thank-yous.</a:t>
            </a:r>
          </a:p>
        </p:txBody>
      </p:sp>
      <p:sp>
        <p:nvSpPr>
          <p:cNvPr id="13" name="Oval 12" descr="The case or working session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14" name="TextBox 13" descr="The case or working session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case or working session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Solve something live. They're watching the HOW: your questions, structure, and composure more than the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search them like Chapter 8 taugh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Research them like Chapter 8 taught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company: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they sell, who they sell it to, what's changing — recent news, the expansion, the product launch.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role: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posting reread as a requirements document — their must-haves become your story selection.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people: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interviewers' backgrounds and paths; 'I saw you moved from the bench to management' opens real conversation.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killer output: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researched facts you can deploy naturally — research shown beats research claimed (Chapter 13's cold-email lesson).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AR: the answer architectu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STAR: the answer architecture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Chevron 4" descr="Step 1: SITUATION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 descr="SITUATION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Where and when — two sentences of stage-setting, no more</a:t>
            </a:r>
          </a:p>
        </p:txBody>
      </p:sp>
      <p:sp>
        <p:nvSpPr>
          <p:cNvPr id="7" name="Chevron 6" descr="Step 2: TASK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8" name="TextBox 7" descr="TASK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YOU were responsible for in it</a:t>
            </a:r>
          </a:p>
        </p:txBody>
      </p:sp>
      <p:sp>
        <p:nvSpPr>
          <p:cNvPr id="9" name="Chevron 8" descr="Step 3: ACTION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0" name="TextBox 9" descr="ACTION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you specifically did — 'I,' not 'we,' for your parts</a:t>
            </a:r>
          </a:p>
        </p:txBody>
      </p:sp>
      <p:sp>
        <p:nvSpPr>
          <p:cNvPr id="11" name="Chevron 10" descr="Step 4: RESULT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2" name="TextBox 11" descr="RESULT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changed, with the number if it has one — plus what you learned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Ninety seconds to two minutes. The most common failure is a vague, collective middle — 'we sort of handled it' — with no measurable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ild the story bank before you need 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Build the story bank before you need it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Eight stories cover almost every question: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conflict, a failure, a deadline crunch, a leadership moment, a persuasion, a mistake owned, an initiative, a team win.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Source them from everywhere legitimate: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jobs, courses, clubs, the capstone — Chapter 13's rule: it doesn't need an office to count.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them out once, bullet them small: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full prose to find the shape; then index cards (S/T/A/R beats) so they stay conversational, not recited.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Map stories to THIS employer's needs: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posting's top three requirements each get a designated story — that's the tailoring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ogistics: the unforced erro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Logistics: the unforced errors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dry run: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route, parking, or platform link tested the day before — arriving flustered spends your composure budget before hello.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Dress one notch above the role's daily norm;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unsure, ask the recruiter — 'what's the dress expectation?' is a normal question.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Bring the kit: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printed résumés, your questions written down, names of interviewers, a pen that works, water.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Arrive ten minutes early — not thirty: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early enough to breathe, not so early you're a lobby management problem.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interview starts in the parking lot: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receptionist's impression gets asked for more often than candidates ever 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uring: the performanc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During: the performance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Composure, evidence, and the questions that flow both ways.</a:t>
            </a:r>
          </a:p>
        </p:txBody>
      </p:sp>
      <p:sp>
        <p:nvSpPr>
          <p:cNvPr id="5" name="TextBox 4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rst five minut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first five minutes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greeting is a rehearsable skill (Chapter 11):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name, eye contact, firm-normal handshake, and the small talk played straight — it's the warm-up they're grading too.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'Tell me about yourself' is not an invitation to biography: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your summary line (Chapter 13), expanded to sixty seconds: what you are, your evidence, why you're HERE.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Present-past-future is the clean shape: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'I'm a finance grad with audit internships (present); I built X at Y (past); this role is exactly the next step (future).'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Rehearse it like the talk's first minute (Chapter 12):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scripted, owned, delivered through the adrenaline window.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lassics, and what they're actually ask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classics, and what they're actually asking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'Why do you want to work here?'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= 'did you research us?' Answer with their specifics: the product, the expansion, the fit.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'What's your greatest weakness?'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= 'are you self-aware and improving?' A real (non-fatal) weakness + the visible fix: 'I over-prepared presentations; I've moved to timed rehearsal passes.'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'Why are you leaving?' / 'the gap?'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= 'is there a red flag?' One honest, forward-facing sentence — never a grievance tour (Chapter 7's tone rules).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'Where do you see yourself in five years?'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= 'is this role a fit or a layover?' Ambition aligned with the role's actual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ehavioral vs. situational: the pivo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Behavioral vs. situational: the pivot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Behavioral asks about the past: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'tell me about a time you missed a deadline' → deploy the story bank, STAR shape.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Situational asks hypotheticals: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would you do if a client demanded a refund policy exception?' → answer the principle, THEN ground it: 'here's how that actually played out when…'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grounding pivot is the power move: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hypothetical answered with real evidence outranks a hypothetical answered with hypothetical virtue.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No story fits? Say how you'd think: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 the factors you'd weigh (Chapter 9's criteria-first) — structured thinking IS the answer they're scoring.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questions are half the interview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questions are half the interview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Prepared, written down, and specific to them: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does success in this role look like at ninety days?' signals you're already thinking inside the job.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about the work, the team, the path: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separates the good hires from the great ones here?' — interviewers love answering this, and the answer is gold.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open with salary, vacation, or remote days: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logistics questions before fit questions reframe you as a buyer of perks, not a solver of problems.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'No questions' reads as no interest.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Always three ready; two will usually survive the conversation.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Video interviews: live and one-wa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Video interviews: live and one-way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 descr="Live video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Live video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Chapter 12's camera rules: lens at eye level, light in front, energy +20%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Notes are legal — brief, near the lens, glanced not read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Tech-check thirty minutes early; have the phone-number fallback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Pause for the lag: half a beat after they finish prevents the talk-over</a:t>
            </a:r>
          </a:p>
        </p:txBody>
      </p:sp>
      <p:sp>
        <p:nvSpPr>
          <p:cNvPr id="6" name="Rounded Rectangle 5" descr="One-way (recorded) screen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One-way (recorded) screens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It's a teleprompter test — treat each prompt as a STAR from the bank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Use the prep time; if retakes are allowed, one retake max (Chapter 12)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Look at the LENS, not your own preview tile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Same energy as live — the recording flattens harder than the 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question that shouldn't have been ask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question that shouldn't have been asked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Some questions touch protected ground: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age, family plans, religion, origin — usually clumsiness, occasionally worse.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composed move: answer the legitimate concern underneath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'if you're asking about availability, my schedule fully covers the role's hours' (Chapter 7's de-escalation, seated).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may decline gracefully: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'I'd rather keep the focus on the role — and I'm confident nothing in my situation affects it.'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And you may note 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how an organization interviews is data about how it manages. You're evaluating them too — that's not a slogan, it's the actual structure of the meeting.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one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Money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Researched, calm, and later than they'd like.</a:t>
            </a:r>
          </a:p>
        </p:txBody>
      </p:sp>
      <p:sp>
        <p:nvSpPr>
          <p:cNvPr id="5" name="TextBox 4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6" name="TextBox 5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alary talk: research before the rang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Salary talk: research before the range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Know the market number before any interview: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salary sites, posted ranges (required in more states every year), and what the informationals told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asked early, give the researched range: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'From what I've seen for this role in this region, $58–65K — and I'm flexible for the right fit.' Calm, sourced, unapologetic.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range anchors without cornering (Chapter 8):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bottom of your range should be a number you'd actually accept.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Deflecting is also legal: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'I'd like to understand the full role first — what's the budgeted range?' Asking THEIR range first is fair play, and increasingly just answered.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gotiating the offer you receiv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Negotiating the offer you receive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 offer is the START of a conversation,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negotiating it — professionally — is expected: 'I'm excited about this role. Given the audit experience I'd bring, is there flexibility toward $63K?'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Negotiate ONCE, with a reason attached: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evidence-based single ask (Chapter 8's calibrated ask) — serial nibbling burns the goodwill you're about to live 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package is wider than the salary: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start date, signing bonus, development budget, remote days — when the number is fixed, the terms often aren't.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Get the final version in writing before resigning anything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(Chapter 6's confirmation rule, at maximum personal stakes).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fter: the follow-through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After: the follow-through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Where finalists separate — mostly by doing what they said.</a:t>
            </a:r>
          </a:p>
        </p:txBody>
      </p:sp>
      <p:sp>
        <p:nvSpPr>
          <p:cNvPr id="5" name="TextBox 4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hank-you that does wor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thank-you that does work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Within 24 hours, to each interviewer, individually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pull the names from the panel; the identical CC'd blast undoes the gesture.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Reference a specific moment: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'your point about the supplier audit backlog' — specificity proves presence (the five-quality rules, Chapter 6).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 one useful thing: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reinforce your strongest fit, or repair a stumble: 'I gave a thin answer on LIMS — here's the fuller picture in two sentences.'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Email is the norm;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mailed note on top is the costly signal for the roles that merit it (Chapter 6's ink rule).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wait: a cadence, not a vigi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wait: a cadence, not a vigil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the timeline in the room: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are the next steps, and when should I expect to hear?' — now the silence has a shape.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Deadline passes → one polite nudge: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'Following up on the analyst role — I remain very interested. Any update on timing?' Two lines. That's the whole genre.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Silence after two follow-ups is an answer;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keep the pipeline moving (Chapter 13's tracker) — the search isn't over until the start date.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Other offer in hand? Say so, straight: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'I've received another offer with a Friday deadline — is a decision on your side possible this week?' It accelerates real interest and reveals the rest.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jection, offer, and the graceful ex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Rejection, offer, and the graceful exit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Rejected: reply anyway (almost no one does).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'Thank you for the process — I'd welcome consideration for future analyst openings.' Recruiters keep files; graciousness gets filed too (Chapter 7).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Offered: evaluate before celebrating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role, manager, path, package, and what the interviews revealed about how the place actually runs.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Declining an offer: prompt, warm, and final: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'I've accepted a role elsewhere that fits my path — thank you, sincerely.' Burned bridges are all toll bridges eventually.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Resigning the old job: two weeks written notice,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gratitude regardless of the tenure's truth, full effort through the last hour — the exit is the reference (Chapter 11).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silver medali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silver medalist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She finished second for the analyst role.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Her rejection reply thanked the panel and asked one question: 'what would have made the difference?'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recruiter answered honestly (supplier-audit depth),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she spent two months closing exactly that gap — then sent the two-line update: 'took your feedback; here's what I did with it.'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the winner left in month five,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there was no new posting. There was a phone call.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processes end; impressions don't. The follow-through WAS the qualification — the second interview was just paperwork.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anel, played we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panel, played well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Get every name at the start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write them in seat order; you'll need them for eye contact now and thank-yous tonight.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Answer to the asker, then sweep: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open on the questioner, distribute the middle to the room, land back on the asker (Chapter 12's eye-contact-in-sentences).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 the roles: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technical panelist wants depth, HR wants consistency, the manager wants fit — one answer can nod to each.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quiet panelist matters most: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they're often the veto. Bring them in with your eyes even when they never speak.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ase or working session, played wel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case or working session, played well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clarifying questions FIRST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the point of the exercise is watching you scope a problem; diving in unquestioning is the classic fail.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Think aloud, structured: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'I'd weigh three factors…' — they're scoring the reasoning, not the trivia (Chapter 9's criteria-first, performed).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Wrong turn? Correct visibly: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'actually, that assumption breaks here — let me adjust' demonstrates exactly the self-monitoring they're hiring.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Land on a recommendation: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even under uncertainty, close with 'given all that, I'd do X first' — the verdict habit (Chapter 10) is what separates analysts from narrators.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ading the room mid-interview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Reading the room mid-interview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Watch for the drift (Chapter 1's nonverbals):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checked watches and flat follow-ups mean wrap the answer — the two-minute STAR has a ninety-second version.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Leaning in means go deeper: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'want the detail on how we caught it?' offers depth without imposing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Match their register: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formal panel gets formal; a conversational manager gets conversational — mirroring the room is fit, demonstrated live.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Silence after your answer isn't failure: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interviewers take notes. Let it sit (Chapter 12's pause) — filling it with backpedaling converts a good answer into a nervous 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internal interview: same rules, higher familiarity tax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internal interview: same rules, higher familiarity tax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Prepare MORE, not less: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interviewing where you work invites coasting — and the panel notices coasting fastest in the candidate they already know.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Re-introduce yourself formally: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assume the panel knows nothing; your daily visibility is not a STAR bank — evidence still has to be presented.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Handle the awkward openly: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current manager, the colleagues who also applied — 'I've told my team I'm pursuing this' beats being discovered pursuing it (Chapter 7).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If you lose, run the silver-medalist play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inside the building: the feedback ask, the visible gap-closing, the next opening. It works even better internally.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Eight STAR stories, written and rehearsed, cover nearly every behavioral question — build the bank first.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Decode the question behind the classics; ground every hypothetical in real evidence.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Your prepared questions are half the score: ask about success, the team, the path — never perks first.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Money: researched range, delivered calmly, negotiated once with a reason — and confirmed in writing.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thank-you is specific, individual, and useful within 24 hours; the follow-up cadence is polite and finite.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exit — rejection, decline, resignation — is a relationship event. Handle it like the reference it becomes.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14 → Practice, then the graded homework before the weekly deadline.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interview is an audit of your résumé, a sample of your communication, and a preview of your follow-through. You can rehearse all three — so rehearse all three.”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6" name="TextBox 5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Draft your eight-story STAR bank as headlines. Which posting requirement has no story — and what's your plan for it?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Script your sixty-second 'tell me about yourself' in present-past-future. Read it aloud; cut what you stumbled on.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Role-play the early salary question with a partner: range, deflection, and the follow-up. Which felt strongest?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You bombed one answer in an otherwise strong interview. Draft the thank-you that repairs it without groveling.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Argue it: is the one-way video interview a fair screen or a dignity tax? What would you change about the genre?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14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14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14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STAR bank — eight stories, indexed to the classic questions, rehearsed aloud once.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Rehearse: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mock interview with a classmate or the campus career center; review it with Chapter 12's delivery checklist.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Unit 6 — Chapter 15: AI, agents, and professional communication — the tools that draft, and the judgment that 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