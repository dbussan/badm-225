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E30778-4863-4AAA-BB01-D6AD49CF26DD}" v="18" dt="2024-09-25T17:27:10.7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6" autoAdjust="0"/>
    <p:restoredTop sz="94660"/>
  </p:normalViewPr>
  <p:slideViewPr>
    <p:cSldViewPr snapToGrid="0">
      <p:cViewPr varScale="1">
        <p:scale>
          <a:sx n="166" d="100"/>
          <a:sy n="166" d="100"/>
        </p:scale>
        <p:origin x="92"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ussan, Derek - REE-ARS" userId="a1f40430-6731-4cdb-85d0-46c73fb17a74" providerId="ADAL" clId="{4BE30778-4863-4AAA-BB01-D6AD49CF26DD}"/>
    <pc:docChg chg="undo custSel addSld delSld modSld">
      <pc:chgData name="Bussan, Derek - REE-ARS" userId="a1f40430-6731-4cdb-85d0-46c73fb17a74" providerId="ADAL" clId="{4BE30778-4863-4AAA-BB01-D6AD49CF26DD}" dt="2024-09-25T18:45:45.295" v="6049" actId="1076"/>
      <pc:docMkLst>
        <pc:docMk/>
      </pc:docMkLst>
      <pc:sldChg chg="modSp mod">
        <pc:chgData name="Bussan, Derek - REE-ARS" userId="a1f40430-6731-4cdb-85d0-46c73fb17a74" providerId="ADAL" clId="{4BE30778-4863-4AAA-BB01-D6AD49CF26DD}" dt="2024-09-25T18:45:45.295" v="6049" actId="1076"/>
        <pc:sldMkLst>
          <pc:docMk/>
          <pc:sldMk cId="866871611" sldId="257"/>
        </pc:sldMkLst>
        <pc:spChg chg="mod">
          <ac:chgData name="Bussan, Derek - REE-ARS" userId="a1f40430-6731-4cdb-85d0-46c73fb17a74" providerId="ADAL" clId="{4BE30778-4863-4AAA-BB01-D6AD49CF26DD}" dt="2024-09-25T18:45:45.295" v="6049" actId="1076"/>
          <ac:spMkLst>
            <pc:docMk/>
            <pc:sldMk cId="866871611" sldId="257"/>
            <ac:spMk id="2" creationId="{DCBCB7D2-D5D0-7ABA-112D-FFC00A9C684C}"/>
          </ac:spMkLst>
        </pc:spChg>
        <pc:spChg chg="mod">
          <ac:chgData name="Bussan, Derek - REE-ARS" userId="a1f40430-6731-4cdb-85d0-46c73fb17a74" providerId="ADAL" clId="{4BE30778-4863-4AAA-BB01-D6AD49CF26DD}" dt="2024-09-25T16:08:45.159" v="144" actId="20577"/>
          <ac:spMkLst>
            <pc:docMk/>
            <pc:sldMk cId="866871611" sldId="257"/>
            <ac:spMk id="3" creationId="{6989216E-931A-97B9-B8AC-8226FD1EC77D}"/>
          </ac:spMkLst>
        </pc:spChg>
      </pc:sldChg>
      <pc:sldChg chg="modSp new mod">
        <pc:chgData name="Bussan, Derek - REE-ARS" userId="a1f40430-6731-4cdb-85d0-46c73fb17a74" providerId="ADAL" clId="{4BE30778-4863-4AAA-BB01-D6AD49CF26DD}" dt="2024-09-25T16:09:48.455" v="318" actId="20577"/>
        <pc:sldMkLst>
          <pc:docMk/>
          <pc:sldMk cId="492575653" sldId="258"/>
        </pc:sldMkLst>
        <pc:spChg chg="mod">
          <ac:chgData name="Bussan, Derek - REE-ARS" userId="a1f40430-6731-4cdb-85d0-46c73fb17a74" providerId="ADAL" clId="{4BE30778-4863-4AAA-BB01-D6AD49CF26DD}" dt="2024-09-25T16:09:00.855" v="155" actId="20577"/>
          <ac:spMkLst>
            <pc:docMk/>
            <pc:sldMk cId="492575653" sldId="258"/>
            <ac:spMk id="2" creationId="{E4BA9EB6-6A26-55AD-43E9-D76E9582B6E2}"/>
          </ac:spMkLst>
        </pc:spChg>
        <pc:spChg chg="mod">
          <ac:chgData name="Bussan, Derek - REE-ARS" userId="a1f40430-6731-4cdb-85d0-46c73fb17a74" providerId="ADAL" clId="{4BE30778-4863-4AAA-BB01-D6AD49CF26DD}" dt="2024-09-25T16:09:48.455" v="318" actId="20577"/>
          <ac:spMkLst>
            <pc:docMk/>
            <pc:sldMk cId="492575653" sldId="258"/>
            <ac:spMk id="3" creationId="{0B49F650-D517-70A6-8B3C-3F68062F219E}"/>
          </ac:spMkLst>
        </pc:spChg>
      </pc:sldChg>
      <pc:sldChg chg="modSp new mod">
        <pc:chgData name="Bussan, Derek - REE-ARS" userId="a1f40430-6731-4cdb-85d0-46c73fb17a74" providerId="ADAL" clId="{4BE30778-4863-4AAA-BB01-D6AD49CF26DD}" dt="2024-09-25T16:12:10.721" v="567" actId="207"/>
        <pc:sldMkLst>
          <pc:docMk/>
          <pc:sldMk cId="2434480401" sldId="259"/>
        </pc:sldMkLst>
        <pc:spChg chg="mod">
          <ac:chgData name="Bussan, Derek - REE-ARS" userId="a1f40430-6731-4cdb-85d0-46c73fb17a74" providerId="ADAL" clId="{4BE30778-4863-4AAA-BB01-D6AD49CF26DD}" dt="2024-09-25T16:10:22.311" v="356" actId="20577"/>
          <ac:spMkLst>
            <pc:docMk/>
            <pc:sldMk cId="2434480401" sldId="259"/>
            <ac:spMk id="2" creationId="{96E60C7B-1B2A-84A7-F0DD-FF52DEA2DC06}"/>
          </ac:spMkLst>
        </pc:spChg>
        <pc:spChg chg="mod">
          <ac:chgData name="Bussan, Derek - REE-ARS" userId="a1f40430-6731-4cdb-85d0-46c73fb17a74" providerId="ADAL" clId="{4BE30778-4863-4AAA-BB01-D6AD49CF26DD}" dt="2024-09-25T16:12:10.721" v="567" actId="207"/>
          <ac:spMkLst>
            <pc:docMk/>
            <pc:sldMk cId="2434480401" sldId="259"/>
            <ac:spMk id="3" creationId="{45FB7433-6227-7872-7F02-F47467E94FFF}"/>
          </ac:spMkLst>
        </pc:spChg>
      </pc:sldChg>
      <pc:sldChg chg="modSp new mod">
        <pc:chgData name="Bussan, Derek - REE-ARS" userId="a1f40430-6731-4cdb-85d0-46c73fb17a74" providerId="ADAL" clId="{4BE30778-4863-4AAA-BB01-D6AD49CF26DD}" dt="2024-09-25T16:37:25.082" v="986" actId="20577"/>
        <pc:sldMkLst>
          <pc:docMk/>
          <pc:sldMk cId="2567156216" sldId="260"/>
        </pc:sldMkLst>
        <pc:spChg chg="mod">
          <ac:chgData name="Bussan, Derek - REE-ARS" userId="a1f40430-6731-4cdb-85d0-46c73fb17a74" providerId="ADAL" clId="{4BE30778-4863-4AAA-BB01-D6AD49CF26DD}" dt="2024-09-25T16:33:49.590" v="640" actId="20577"/>
          <ac:spMkLst>
            <pc:docMk/>
            <pc:sldMk cId="2567156216" sldId="260"/>
            <ac:spMk id="2" creationId="{C13457FA-D935-58DF-D454-50B499B7EBD2}"/>
          </ac:spMkLst>
        </pc:spChg>
        <pc:spChg chg="mod">
          <ac:chgData name="Bussan, Derek - REE-ARS" userId="a1f40430-6731-4cdb-85d0-46c73fb17a74" providerId="ADAL" clId="{4BE30778-4863-4AAA-BB01-D6AD49CF26DD}" dt="2024-09-25T16:37:25.082" v="986" actId="20577"/>
          <ac:spMkLst>
            <pc:docMk/>
            <pc:sldMk cId="2567156216" sldId="260"/>
            <ac:spMk id="3" creationId="{C8750A06-DFE3-3C2B-BFFA-F72E3E113B4E}"/>
          </ac:spMkLst>
        </pc:spChg>
      </pc:sldChg>
      <pc:sldChg chg="modSp new mod">
        <pc:chgData name="Bussan, Derek - REE-ARS" userId="a1f40430-6731-4cdb-85d0-46c73fb17a74" providerId="ADAL" clId="{4BE30778-4863-4AAA-BB01-D6AD49CF26DD}" dt="2024-09-25T16:57:33.104" v="1548" actId="20577"/>
        <pc:sldMkLst>
          <pc:docMk/>
          <pc:sldMk cId="2604200786" sldId="261"/>
        </pc:sldMkLst>
        <pc:spChg chg="mod">
          <ac:chgData name="Bussan, Derek - REE-ARS" userId="a1f40430-6731-4cdb-85d0-46c73fb17a74" providerId="ADAL" clId="{4BE30778-4863-4AAA-BB01-D6AD49CF26DD}" dt="2024-09-25T16:37:34.234" v="1001" actId="20577"/>
          <ac:spMkLst>
            <pc:docMk/>
            <pc:sldMk cId="2604200786" sldId="261"/>
            <ac:spMk id="2" creationId="{D8F681D1-1FAD-1254-977A-C2D5671EBC2C}"/>
          </ac:spMkLst>
        </pc:spChg>
        <pc:spChg chg="mod">
          <ac:chgData name="Bussan, Derek - REE-ARS" userId="a1f40430-6731-4cdb-85d0-46c73fb17a74" providerId="ADAL" clId="{4BE30778-4863-4AAA-BB01-D6AD49CF26DD}" dt="2024-09-25T16:57:33.104" v="1548" actId="20577"/>
          <ac:spMkLst>
            <pc:docMk/>
            <pc:sldMk cId="2604200786" sldId="261"/>
            <ac:spMk id="3" creationId="{75758A82-E5CE-8695-8AC9-92048B6CE6CD}"/>
          </ac:spMkLst>
        </pc:spChg>
      </pc:sldChg>
      <pc:sldChg chg="modSp new mod">
        <pc:chgData name="Bussan, Derek - REE-ARS" userId="a1f40430-6731-4cdb-85d0-46c73fb17a74" providerId="ADAL" clId="{4BE30778-4863-4AAA-BB01-D6AD49CF26DD}" dt="2024-09-25T17:01:15.216" v="1640" actId="20577"/>
        <pc:sldMkLst>
          <pc:docMk/>
          <pc:sldMk cId="728722769" sldId="262"/>
        </pc:sldMkLst>
        <pc:spChg chg="mod">
          <ac:chgData name="Bussan, Derek - REE-ARS" userId="a1f40430-6731-4cdb-85d0-46c73fb17a74" providerId="ADAL" clId="{4BE30778-4863-4AAA-BB01-D6AD49CF26DD}" dt="2024-09-25T17:00:59.007" v="1559" actId="20577"/>
          <ac:spMkLst>
            <pc:docMk/>
            <pc:sldMk cId="728722769" sldId="262"/>
            <ac:spMk id="2" creationId="{4120419D-6541-FF52-6FD2-6001584195BB}"/>
          </ac:spMkLst>
        </pc:spChg>
        <pc:spChg chg="mod">
          <ac:chgData name="Bussan, Derek - REE-ARS" userId="a1f40430-6731-4cdb-85d0-46c73fb17a74" providerId="ADAL" clId="{4BE30778-4863-4AAA-BB01-D6AD49CF26DD}" dt="2024-09-25T17:01:15.216" v="1640" actId="20577"/>
          <ac:spMkLst>
            <pc:docMk/>
            <pc:sldMk cId="728722769" sldId="262"/>
            <ac:spMk id="3" creationId="{6827958D-16B8-2CE7-479E-AA543FF5E5BE}"/>
          </ac:spMkLst>
        </pc:spChg>
      </pc:sldChg>
      <pc:sldChg chg="modSp new mod">
        <pc:chgData name="Bussan, Derek - REE-ARS" userId="a1f40430-6731-4cdb-85d0-46c73fb17a74" providerId="ADAL" clId="{4BE30778-4863-4AAA-BB01-D6AD49CF26DD}" dt="2024-09-25T17:02:54.656" v="2027" actId="20577"/>
        <pc:sldMkLst>
          <pc:docMk/>
          <pc:sldMk cId="1018967186" sldId="263"/>
        </pc:sldMkLst>
        <pc:spChg chg="mod">
          <ac:chgData name="Bussan, Derek - REE-ARS" userId="a1f40430-6731-4cdb-85d0-46c73fb17a74" providerId="ADAL" clId="{4BE30778-4863-4AAA-BB01-D6AD49CF26DD}" dt="2024-09-25T17:01:22.511" v="1653" actId="20577"/>
          <ac:spMkLst>
            <pc:docMk/>
            <pc:sldMk cId="1018967186" sldId="263"/>
            <ac:spMk id="2" creationId="{B9FF78CB-D29E-5BFB-F421-6EFE11A07E77}"/>
          </ac:spMkLst>
        </pc:spChg>
        <pc:spChg chg="mod">
          <ac:chgData name="Bussan, Derek - REE-ARS" userId="a1f40430-6731-4cdb-85d0-46c73fb17a74" providerId="ADAL" clId="{4BE30778-4863-4AAA-BB01-D6AD49CF26DD}" dt="2024-09-25T17:02:54.656" v="2027" actId="20577"/>
          <ac:spMkLst>
            <pc:docMk/>
            <pc:sldMk cId="1018967186" sldId="263"/>
            <ac:spMk id="3" creationId="{8FEE86C2-50C7-2E0B-D8DB-0186D91BF757}"/>
          </ac:spMkLst>
        </pc:spChg>
      </pc:sldChg>
      <pc:sldChg chg="modSp new mod">
        <pc:chgData name="Bussan, Derek - REE-ARS" userId="a1f40430-6731-4cdb-85d0-46c73fb17a74" providerId="ADAL" clId="{4BE30778-4863-4AAA-BB01-D6AD49CF26DD}" dt="2024-09-25T17:18:42.392" v="2677" actId="27636"/>
        <pc:sldMkLst>
          <pc:docMk/>
          <pc:sldMk cId="1131928116" sldId="264"/>
        </pc:sldMkLst>
        <pc:spChg chg="mod">
          <ac:chgData name="Bussan, Derek - REE-ARS" userId="a1f40430-6731-4cdb-85d0-46c73fb17a74" providerId="ADAL" clId="{4BE30778-4863-4AAA-BB01-D6AD49CF26DD}" dt="2024-09-25T17:03:48.799" v="2069" actId="20577"/>
          <ac:spMkLst>
            <pc:docMk/>
            <pc:sldMk cId="1131928116" sldId="264"/>
            <ac:spMk id="2" creationId="{42835C21-5841-2A3F-14D9-881DA0BE15DB}"/>
          </ac:spMkLst>
        </pc:spChg>
        <pc:spChg chg="mod">
          <ac:chgData name="Bussan, Derek - REE-ARS" userId="a1f40430-6731-4cdb-85d0-46c73fb17a74" providerId="ADAL" clId="{4BE30778-4863-4AAA-BB01-D6AD49CF26DD}" dt="2024-09-25T17:18:42.392" v="2677" actId="27636"/>
          <ac:spMkLst>
            <pc:docMk/>
            <pc:sldMk cId="1131928116" sldId="264"/>
            <ac:spMk id="3" creationId="{F4F94F68-CE48-39F6-9C23-F05BE456D0FD}"/>
          </ac:spMkLst>
        </pc:spChg>
      </pc:sldChg>
      <pc:sldChg chg="modSp new mod">
        <pc:chgData name="Bussan, Derek - REE-ARS" userId="a1f40430-6731-4cdb-85d0-46c73fb17a74" providerId="ADAL" clId="{4BE30778-4863-4AAA-BB01-D6AD49CF26DD}" dt="2024-09-25T17:22:30.374" v="3073" actId="20577"/>
        <pc:sldMkLst>
          <pc:docMk/>
          <pc:sldMk cId="1973291687" sldId="265"/>
        </pc:sldMkLst>
        <pc:spChg chg="mod">
          <ac:chgData name="Bussan, Derek - REE-ARS" userId="a1f40430-6731-4cdb-85d0-46c73fb17a74" providerId="ADAL" clId="{4BE30778-4863-4AAA-BB01-D6AD49CF26DD}" dt="2024-09-25T17:19:54.309" v="2684" actId="20577"/>
          <ac:spMkLst>
            <pc:docMk/>
            <pc:sldMk cId="1973291687" sldId="265"/>
            <ac:spMk id="2" creationId="{7A8CAF2E-A174-9B1C-FDE0-7A63ACB7921F}"/>
          </ac:spMkLst>
        </pc:spChg>
        <pc:spChg chg="mod">
          <ac:chgData name="Bussan, Derek - REE-ARS" userId="a1f40430-6731-4cdb-85d0-46c73fb17a74" providerId="ADAL" clId="{4BE30778-4863-4AAA-BB01-D6AD49CF26DD}" dt="2024-09-25T17:22:30.374" v="3073" actId="20577"/>
          <ac:spMkLst>
            <pc:docMk/>
            <pc:sldMk cId="1973291687" sldId="265"/>
            <ac:spMk id="3" creationId="{74BE6A28-E8AC-932F-010F-F52C6BAE8078}"/>
          </ac:spMkLst>
        </pc:spChg>
      </pc:sldChg>
      <pc:sldChg chg="modSp new mod">
        <pc:chgData name="Bussan, Derek - REE-ARS" userId="a1f40430-6731-4cdb-85d0-46c73fb17a74" providerId="ADAL" clId="{4BE30778-4863-4AAA-BB01-D6AD49CF26DD}" dt="2024-09-25T17:24:03.095" v="3389" actId="20577"/>
        <pc:sldMkLst>
          <pc:docMk/>
          <pc:sldMk cId="671168064" sldId="266"/>
        </pc:sldMkLst>
        <pc:spChg chg="mod">
          <ac:chgData name="Bussan, Derek - REE-ARS" userId="a1f40430-6731-4cdb-85d0-46c73fb17a74" providerId="ADAL" clId="{4BE30778-4863-4AAA-BB01-D6AD49CF26DD}" dt="2024-09-25T17:22:42.341" v="3098" actId="20577"/>
          <ac:spMkLst>
            <pc:docMk/>
            <pc:sldMk cId="671168064" sldId="266"/>
            <ac:spMk id="2" creationId="{4FD6E245-6B8D-7381-B77A-3123B29711D3}"/>
          </ac:spMkLst>
        </pc:spChg>
        <pc:spChg chg="mod">
          <ac:chgData name="Bussan, Derek - REE-ARS" userId="a1f40430-6731-4cdb-85d0-46c73fb17a74" providerId="ADAL" clId="{4BE30778-4863-4AAA-BB01-D6AD49CF26DD}" dt="2024-09-25T17:24:03.095" v="3389" actId="20577"/>
          <ac:spMkLst>
            <pc:docMk/>
            <pc:sldMk cId="671168064" sldId="266"/>
            <ac:spMk id="3" creationId="{BCFA3271-736A-CE33-50C0-11ABB738243D}"/>
          </ac:spMkLst>
        </pc:spChg>
      </pc:sldChg>
      <pc:sldChg chg="addSp modSp new mod">
        <pc:chgData name="Bussan, Derek - REE-ARS" userId="a1f40430-6731-4cdb-85d0-46c73fb17a74" providerId="ADAL" clId="{4BE30778-4863-4AAA-BB01-D6AD49CF26DD}" dt="2024-09-25T17:27:38.770" v="3687" actId="1076"/>
        <pc:sldMkLst>
          <pc:docMk/>
          <pc:sldMk cId="4064073301" sldId="267"/>
        </pc:sldMkLst>
        <pc:spChg chg="mod">
          <ac:chgData name="Bussan, Derek - REE-ARS" userId="a1f40430-6731-4cdb-85d0-46c73fb17a74" providerId="ADAL" clId="{4BE30778-4863-4AAA-BB01-D6AD49CF26DD}" dt="2024-09-25T17:27:38.770" v="3687" actId="1076"/>
          <ac:spMkLst>
            <pc:docMk/>
            <pc:sldMk cId="4064073301" sldId="267"/>
            <ac:spMk id="2" creationId="{198E2129-4AE9-CF73-AC5E-7808C685A7F9}"/>
          </ac:spMkLst>
        </pc:spChg>
        <pc:spChg chg="mod">
          <ac:chgData name="Bussan, Derek - REE-ARS" userId="a1f40430-6731-4cdb-85d0-46c73fb17a74" providerId="ADAL" clId="{4BE30778-4863-4AAA-BB01-D6AD49CF26DD}" dt="2024-09-25T17:27:35.321" v="3686" actId="27636"/>
          <ac:spMkLst>
            <pc:docMk/>
            <pc:sldMk cId="4064073301" sldId="267"/>
            <ac:spMk id="3" creationId="{8BC92DA7-9F37-FAA6-11CB-E69B3A3427F3}"/>
          </ac:spMkLst>
        </pc:spChg>
        <pc:spChg chg="add">
          <ac:chgData name="Bussan, Derek - REE-ARS" userId="a1f40430-6731-4cdb-85d0-46c73fb17a74" providerId="ADAL" clId="{4BE30778-4863-4AAA-BB01-D6AD49CF26DD}" dt="2024-09-25T17:25:44.326" v="3649"/>
          <ac:spMkLst>
            <pc:docMk/>
            <pc:sldMk cId="4064073301" sldId="267"/>
            <ac:spMk id="4" creationId="{030C0AE8-2D48-FFE7-18FB-6D08F9B26246}"/>
          </ac:spMkLst>
        </pc:spChg>
        <pc:spChg chg="add">
          <ac:chgData name="Bussan, Derek - REE-ARS" userId="a1f40430-6731-4cdb-85d0-46c73fb17a74" providerId="ADAL" clId="{4BE30778-4863-4AAA-BB01-D6AD49CF26DD}" dt="2024-09-25T17:25:49.390" v="3651"/>
          <ac:spMkLst>
            <pc:docMk/>
            <pc:sldMk cId="4064073301" sldId="267"/>
            <ac:spMk id="5" creationId="{EB3595E4-F711-B220-DBF5-E5379E5D4C4C}"/>
          </ac:spMkLst>
        </pc:spChg>
        <pc:spChg chg="add mod">
          <ac:chgData name="Bussan, Derek - REE-ARS" userId="a1f40430-6731-4cdb-85d0-46c73fb17a74" providerId="ADAL" clId="{4BE30778-4863-4AAA-BB01-D6AD49CF26DD}" dt="2024-09-25T17:26:01.976" v="3654" actId="14100"/>
          <ac:spMkLst>
            <pc:docMk/>
            <pc:sldMk cId="4064073301" sldId="267"/>
            <ac:spMk id="6" creationId="{CEC4768F-8DE3-7400-1B21-E5A9D562BDB6}"/>
          </ac:spMkLst>
        </pc:spChg>
        <pc:spChg chg="add mod">
          <ac:chgData name="Bussan, Derek - REE-ARS" userId="a1f40430-6731-4cdb-85d0-46c73fb17a74" providerId="ADAL" clId="{4BE30778-4863-4AAA-BB01-D6AD49CF26DD}" dt="2024-09-25T17:26:19.777" v="3659" actId="1076"/>
          <ac:spMkLst>
            <pc:docMk/>
            <pc:sldMk cId="4064073301" sldId="267"/>
            <ac:spMk id="7" creationId="{D7E95D53-F1B2-AF0B-3D43-F06EC42F09A4}"/>
          </ac:spMkLst>
        </pc:spChg>
        <pc:spChg chg="add mod">
          <ac:chgData name="Bussan, Derek - REE-ARS" userId="a1f40430-6731-4cdb-85d0-46c73fb17a74" providerId="ADAL" clId="{4BE30778-4863-4AAA-BB01-D6AD49CF26DD}" dt="2024-09-25T17:27:10.731" v="3681" actId="14100"/>
          <ac:spMkLst>
            <pc:docMk/>
            <pc:sldMk cId="4064073301" sldId="267"/>
            <ac:spMk id="8" creationId="{07F75C50-3E0E-19CA-24C0-517D07CC78A4}"/>
          </ac:spMkLst>
        </pc:spChg>
      </pc:sldChg>
      <pc:sldChg chg="addSp delSp modSp new del">
        <pc:chgData name="Bussan, Derek - REE-ARS" userId="a1f40430-6731-4cdb-85d0-46c73fb17a74" providerId="ADAL" clId="{4BE30778-4863-4AAA-BB01-D6AD49CF26DD}" dt="2024-09-25T17:27:20.022" v="3682" actId="47"/>
        <pc:sldMkLst>
          <pc:docMk/>
          <pc:sldMk cId="1346332098" sldId="268"/>
        </pc:sldMkLst>
        <pc:spChg chg="del">
          <ac:chgData name="Bussan, Derek - REE-ARS" userId="a1f40430-6731-4cdb-85d0-46c73fb17a74" providerId="ADAL" clId="{4BE30778-4863-4AAA-BB01-D6AD49CF26DD}" dt="2024-09-25T17:26:33.937" v="3673"/>
          <ac:spMkLst>
            <pc:docMk/>
            <pc:sldMk cId="1346332098" sldId="268"/>
            <ac:spMk id="3" creationId="{56745BA8-AD62-9ED7-826F-F89906953FFB}"/>
          </ac:spMkLst>
        </pc:spChg>
        <pc:spChg chg="add mod">
          <ac:chgData name="Bussan, Derek - REE-ARS" userId="a1f40430-6731-4cdb-85d0-46c73fb17a74" providerId="ADAL" clId="{4BE30778-4863-4AAA-BB01-D6AD49CF26DD}" dt="2024-09-25T17:26:33.937" v="3673"/>
          <ac:spMkLst>
            <pc:docMk/>
            <pc:sldMk cId="1346332098" sldId="268"/>
            <ac:spMk id="4" creationId="{9496878F-1E8B-A635-B03E-9B9E225A45BC}"/>
          </ac:spMkLst>
        </pc:spChg>
      </pc:sldChg>
      <pc:sldChg chg="modSp new mod">
        <pc:chgData name="Bussan, Derek - REE-ARS" userId="a1f40430-6731-4cdb-85d0-46c73fb17a74" providerId="ADAL" clId="{4BE30778-4863-4AAA-BB01-D6AD49CF26DD}" dt="2024-09-25T17:30:57.371" v="4180" actId="20577"/>
        <pc:sldMkLst>
          <pc:docMk/>
          <pc:sldMk cId="2688341834" sldId="268"/>
        </pc:sldMkLst>
        <pc:spChg chg="mod">
          <ac:chgData name="Bussan, Derek - REE-ARS" userId="a1f40430-6731-4cdb-85d0-46c73fb17a74" providerId="ADAL" clId="{4BE30778-4863-4AAA-BB01-D6AD49CF26DD}" dt="2024-09-25T17:28:46.091" v="3716" actId="20577"/>
          <ac:spMkLst>
            <pc:docMk/>
            <pc:sldMk cId="2688341834" sldId="268"/>
            <ac:spMk id="2" creationId="{7756D8F3-81A2-8CBC-98E8-EC0B91E08442}"/>
          </ac:spMkLst>
        </pc:spChg>
        <pc:spChg chg="mod">
          <ac:chgData name="Bussan, Derek - REE-ARS" userId="a1f40430-6731-4cdb-85d0-46c73fb17a74" providerId="ADAL" clId="{4BE30778-4863-4AAA-BB01-D6AD49CF26DD}" dt="2024-09-25T17:30:57.371" v="4180" actId="20577"/>
          <ac:spMkLst>
            <pc:docMk/>
            <pc:sldMk cId="2688341834" sldId="268"/>
            <ac:spMk id="3" creationId="{3AE9B399-7634-8D16-EB18-76CD9B8686FC}"/>
          </ac:spMkLst>
        </pc:spChg>
      </pc:sldChg>
      <pc:sldChg chg="modSp new mod">
        <pc:chgData name="Bussan, Derek - REE-ARS" userId="a1f40430-6731-4cdb-85d0-46c73fb17a74" providerId="ADAL" clId="{4BE30778-4863-4AAA-BB01-D6AD49CF26DD}" dt="2024-09-25T17:35:59.244" v="4856" actId="20577"/>
        <pc:sldMkLst>
          <pc:docMk/>
          <pc:sldMk cId="3624346427" sldId="269"/>
        </pc:sldMkLst>
        <pc:spChg chg="mod">
          <ac:chgData name="Bussan, Derek - REE-ARS" userId="a1f40430-6731-4cdb-85d0-46c73fb17a74" providerId="ADAL" clId="{4BE30778-4863-4AAA-BB01-D6AD49CF26DD}" dt="2024-09-25T17:35:35.397" v="4735" actId="313"/>
          <ac:spMkLst>
            <pc:docMk/>
            <pc:sldMk cId="3624346427" sldId="269"/>
            <ac:spMk id="2" creationId="{9263F700-72D6-3DA7-AB1E-D940FC355C91}"/>
          </ac:spMkLst>
        </pc:spChg>
        <pc:spChg chg="mod">
          <ac:chgData name="Bussan, Derek - REE-ARS" userId="a1f40430-6731-4cdb-85d0-46c73fb17a74" providerId="ADAL" clId="{4BE30778-4863-4AAA-BB01-D6AD49CF26DD}" dt="2024-09-25T17:35:59.244" v="4856" actId="20577"/>
          <ac:spMkLst>
            <pc:docMk/>
            <pc:sldMk cId="3624346427" sldId="269"/>
            <ac:spMk id="3" creationId="{6FD13775-6B19-0408-BE48-5DAC3C6EB863}"/>
          </ac:spMkLst>
        </pc:spChg>
      </pc:sldChg>
      <pc:sldChg chg="modSp new mod">
        <pc:chgData name="Bussan, Derek - REE-ARS" userId="a1f40430-6731-4cdb-85d0-46c73fb17a74" providerId="ADAL" clId="{4BE30778-4863-4AAA-BB01-D6AD49CF26DD}" dt="2024-09-25T17:41:49.087" v="5592" actId="20577"/>
        <pc:sldMkLst>
          <pc:docMk/>
          <pc:sldMk cId="1138902695" sldId="270"/>
        </pc:sldMkLst>
        <pc:spChg chg="mod">
          <ac:chgData name="Bussan, Derek - REE-ARS" userId="a1f40430-6731-4cdb-85d0-46c73fb17a74" providerId="ADAL" clId="{4BE30778-4863-4AAA-BB01-D6AD49CF26DD}" dt="2024-09-25T17:36:59.180" v="4974" actId="20577"/>
          <ac:spMkLst>
            <pc:docMk/>
            <pc:sldMk cId="1138902695" sldId="270"/>
            <ac:spMk id="2" creationId="{5013308B-0025-7A44-51B2-D3D92902F656}"/>
          </ac:spMkLst>
        </pc:spChg>
        <pc:spChg chg="mod">
          <ac:chgData name="Bussan, Derek - REE-ARS" userId="a1f40430-6731-4cdb-85d0-46c73fb17a74" providerId="ADAL" clId="{4BE30778-4863-4AAA-BB01-D6AD49CF26DD}" dt="2024-09-25T17:41:49.087" v="5592" actId="20577"/>
          <ac:spMkLst>
            <pc:docMk/>
            <pc:sldMk cId="1138902695" sldId="270"/>
            <ac:spMk id="3" creationId="{EDD0ADEC-76D3-CC80-1E13-B53528BAC22E}"/>
          </ac:spMkLst>
        </pc:spChg>
      </pc:sldChg>
      <pc:sldChg chg="modSp new mod">
        <pc:chgData name="Bussan, Derek - REE-ARS" userId="a1f40430-6731-4cdb-85d0-46c73fb17a74" providerId="ADAL" clId="{4BE30778-4863-4AAA-BB01-D6AD49CF26DD}" dt="2024-09-25T18:42:52.184" v="6048" actId="20577"/>
        <pc:sldMkLst>
          <pc:docMk/>
          <pc:sldMk cId="2625927289" sldId="271"/>
        </pc:sldMkLst>
        <pc:spChg chg="mod">
          <ac:chgData name="Bussan, Derek - REE-ARS" userId="a1f40430-6731-4cdb-85d0-46c73fb17a74" providerId="ADAL" clId="{4BE30778-4863-4AAA-BB01-D6AD49CF26DD}" dt="2024-09-25T18:38:17.879" v="5606" actId="20577"/>
          <ac:spMkLst>
            <pc:docMk/>
            <pc:sldMk cId="2625927289" sldId="271"/>
            <ac:spMk id="2" creationId="{26D8BF4C-6076-6EF0-5506-01B88CAA73DB}"/>
          </ac:spMkLst>
        </pc:spChg>
        <pc:spChg chg="mod">
          <ac:chgData name="Bussan, Derek - REE-ARS" userId="a1f40430-6731-4cdb-85d0-46c73fb17a74" providerId="ADAL" clId="{4BE30778-4863-4AAA-BB01-D6AD49CF26DD}" dt="2024-09-25T18:42:52.184" v="6048" actId="20577"/>
          <ac:spMkLst>
            <pc:docMk/>
            <pc:sldMk cId="2625927289" sldId="271"/>
            <ac:spMk id="3" creationId="{AB841BB6-4382-F598-EA4A-C7777568206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2FF62-42AB-7D25-9BA4-F16258B97B1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2E642D2-4A2F-EB3E-8D41-C916231F58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C99880D-E6C4-88C8-813A-AF9132021277}"/>
              </a:ext>
            </a:extLst>
          </p:cNvPr>
          <p:cNvSpPr>
            <a:spLocks noGrp="1"/>
          </p:cNvSpPr>
          <p:nvPr>
            <p:ph type="dt" sz="half" idx="10"/>
          </p:nvPr>
        </p:nvSpPr>
        <p:spPr/>
        <p:txBody>
          <a:bodyPr/>
          <a:lstStyle/>
          <a:p>
            <a:fld id="{D7B4B4A3-3CA0-40F7-AE9A-77ED91081C90}" type="datetimeFigureOut">
              <a:rPr lang="en-US" smtClean="0"/>
              <a:t>9/25/2024</a:t>
            </a:fld>
            <a:endParaRPr lang="en-US"/>
          </a:p>
        </p:txBody>
      </p:sp>
      <p:sp>
        <p:nvSpPr>
          <p:cNvPr id="5" name="Footer Placeholder 4">
            <a:extLst>
              <a:ext uri="{FF2B5EF4-FFF2-40B4-BE49-F238E27FC236}">
                <a16:creationId xmlns:a16="http://schemas.microsoft.com/office/drawing/2014/main" id="{F4DE88D2-BA4C-7EC5-8526-3F7BAAA2FB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F261EE-1FE1-D615-7719-F1C392A26FD8}"/>
              </a:ext>
            </a:extLst>
          </p:cNvPr>
          <p:cNvSpPr>
            <a:spLocks noGrp="1"/>
          </p:cNvSpPr>
          <p:nvPr>
            <p:ph type="sldNum" sz="quarter" idx="12"/>
          </p:nvPr>
        </p:nvSpPr>
        <p:spPr/>
        <p:txBody>
          <a:bodyPr/>
          <a:lstStyle/>
          <a:p>
            <a:fld id="{A0833D51-1274-4860-AC9A-2E88930D9D02}" type="slidenum">
              <a:rPr lang="en-US" smtClean="0"/>
              <a:t>‹#›</a:t>
            </a:fld>
            <a:endParaRPr lang="en-US"/>
          </a:p>
        </p:txBody>
      </p:sp>
    </p:spTree>
    <p:extLst>
      <p:ext uri="{BB962C8B-B14F-4D97-AF65-F5344CB8AC3E}">
        <p14:creationId xmlns:p14="http://schemas.microsoft.com/office/powerpoint/2010/main" val="482585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75D7B-D167-B42F-C781-2849151C410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34D8944-EDC4-F226-1486-EFA421C1BE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6B0E55-5C40-3336-D8A2-055CAC4F9B3A}"/>
              </a:ext>
            </a:extLst>
          </p:cNvPr>
          <p:cNvSpPr>
            <a:spLocks noGrp="1"/>
          </p:cNvSpPr>
          <p:nvPr>
            <p:ph type="dt" sz="half" idx="10"/>
          </p:nvPr>
        </p:nvSpPr>
        <p:spPr/>
        <p:txBody>
          <a:bodyPr/>
          <a:lstStyle/>
          <a:p>
            <a:fld id="{D7B4B4A3-3CA0-40F7-AE9A-77ED91081C90}" type="datetimeFigureOut">
              <a:rPr lang="en-US" smtClean="0"/>
              <a:t>9/25/2024</a:t>
            </a:fld>
            <a:endParaRPr lang="en-US"/>
          </a:p>
        </p:txBody>
      </p:sp>
      <p:sp>
        <p:nvSpPr>
          <p:cNvPr id="5" name="Footer Placeholder 4">
            <a:extLst>
              <a:ext uri="{FF2B5EF4-FFF2-40B4-BE49-F238E27FC236}">
                <a16:creationId xmlns:a16="http://schemas.microsoft.com/office/drawing/2014/main" id="{7187147D-3DEB-3F4B-CC8A-643465FC27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0882EA-BB3A-FE88-29A5-CDFBCA1CA2EE}"/>
              </a:ext>
            </a:extLst>
          </p:cNvPr>
          <p:cNvSpPr>
            <a:spLocks noGrp="1"/>
          </p:cNvSpPr>
          <p:nvPr>
            <p:ph type="sldNum" sz="quarter" idx="12"/>
          </p:nvPr>
        </p:nvSpPr>
        <p:spPr/>
        <p:txBody>
          <a:bodyPr/>
          <a:lstStyle/>
          <a:p>
            <a:fld id="{A0833D51-1274-4860-AC9A-2E88930D9D02}" type="slidenum">
              <a:rPr lang="en-US" smtClean="0"/>
              <a:t>‹#›</a:t>
            </a:fld>
            <a:endParaRPr lang="en-US"/>
          </a:p>
        </p:txBody>
      </p:sp>
    </p:spTree>
    <p:extLst>
      <p:ext uri="{BB962C8B-B14F-4D97-AF65-F5344CB8AC3E}">
        <p14:creationId xmlns:p14="http://schemas.microsoft.com/office/powerpoint/2010/main" val="2349945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35898-8613-4CBE-2C75-D475FA22E30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152FAE0-7BE6-80E8-5F62-1D3EFBDAE35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98A9E4-19DC-C42D-6B8D-3AA7DB5A91B2}"/>
              </a:ext>
            </a:extLst>
          </p:cNvPr>
          <p:cNvSpPr>
            <a:spLocks noGrp="1"/>
          </p:cNvSpPr>
          <p:nvPr>
            <p:ph type="dt" sz="half" idx="10"/>
          </p:nvPr>
        </p:nvSpPr>
        <p:spPr/>
        <p:txBody>
          <a:bodyPr/>
          <a:lstStyle/>
          <a:p>
            <a:fld id="{D7B4B4A3-3CA0-40F7-AE9A-77ED91081C90}" type="datetimeFigureOut">
              <a:rPr lang="en-US" smtClean="0"/>
              <a:t>9/25/2024</a:t>
            </a:fld>
            <a:endParaRPr lang="en-US"/>
          </a:p>
        </p:txBody>
      </p:sp>
      <p:sp>
        <p:nvSpPr>
          <p:cNvPr id="5" name="Footer Placeholder 4">
            <a:extLst>
              <a:ext uri="{FF2B5EF4-FFF2-40B4-BE49-F238E27FC236}">
                <a16:creationId xmlns:a16="http://schemas.microsoft.com/office/drawing/2014/main" id="{77983BE5-97C7-B971-83B9-6492C29750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558C21-229C-3DDA-006A-3148BE3826EE}"/>
              </a:ext>
            </a:extLst>
          </p:cNvPr>
          <p:cNvSpPr>
            <a:spLocks noGrp="1"/>
          </p:cNvSpPr>
          <p:nvPr>
            <p:ph type="sldNum" sz="quarter" idx="12"/>
          </p:nvPr>
        </p:nvSpPr>
        <p:spPr/>
        <p:txBody>
          <a:bodyPr/>
          <a:lstStyle/>
          <a:p>
            <a:fld id="{A0833D51-1274-4860-AC9A-2E88930D9D02}" type="slidenum">
              <a:rPr lang="en-US" smtClean="0"/>
              <a:t>‹#›</a:t>
            </a:fld>
            <a:endParaRPr lang="en-US"/>
          </a:p>
        </p:txBody>
      </p:sp>
    </p:spTree>
    <p:extLst>
      <p:ext uri="{BB962C8B-B14F-4D97-AF65-F5344CB8AC3E}">
        <p14:creationId xmlns:p14="http://schemas.microsoft.com/office/powerpoint/2010/main" val="35047373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597C3-DBEB-8351-D62B-3D3997ECEC2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1A37B60-41E8-26E2-908C-864021536C3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C7DB214-BABE-215C-0608-696D551185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4DE73E7-7C6E-F36D-EBF3-40DF92CE43DB}"/>
              </a:ext>
            </a:extLst>
          </p:cNvPr>
          <p:cNvSpPr>
            <a:spLocks noGrp="1"/>
          </p:cNvSpPr>
          <p:nvPr>
            <p:ph type="dt" sz="half" idx="10"/>
          </p:nvPr>
        </p:nvSpPr>
        <p:spPr/>
        <p:txBody>
          <a:bodyPr/>
          <a:lstStyle/>
          <a:p>
            <a:fld id="{D7B4B4A3-3CA0-40F7-AE9A-77ED91081C90}" type="datetimeFigureOut">
              <a:rPr lang="en-US" smtClean="0"/>
              <a:t>9/25/2024</a:t>
            </a:fld>
            <a:endParaRPr lang="en-US"/>
          </a:p>
        </p:txBody>
      </p:sp>
      <p:sp>
        <p:nvSpPr>
          <p:cNvPr id="6" name="Footer Placeholder 5">
            <a:extLst>
              <a:ext uri="{FF2B5EF4-FFF2-40B4-BE49-F238E27FC236}">
                <a16:creationId xmlns:a16="http://schemas.microsoft.com/office/drawing/2014/main" id="{99A701DC-DFF6-C94C-E9AC-D264336C36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8042D3-3B34-0F44-148B-DCA0AC50A4ED}"/>
              </a:ext>
            </a:extLst>
          </p:cNvPr>
          <p:cNvSpPr>
            <a:spLocks noGrp="1"/>
          </p:cNvSpPr>
          <p:nvPr>
            <p:ph type="sldNum" sz="quarter" idx="12"/>
          </p:nvPr>
        </p:nvSpPr>
        <p:spPr/>
        <p:txBody>
          <a:bodyPr/>
          <a:lstStyle/>
          <a:p>
            <a:fld id="{A0833D51-1274-4860-AC9A-2E88930D9D02}" type="slidenum">
              <a:rPr lang="en-US" smtClean="0"/>
              <a:t>‹#›</a:t>
            </a:fld>
            <a:endParaRPr lang="en-US"/>
          </a:p>
        </p:txBody>
      </p:sp>
    </p:spTree>
    <p:extLst>
      <p:ext uri="{BB962C8B-B14F-4D97-AF65-F5344CB8AC3E}">
        <p14:creationId xmlns:p14="http://schemas.microsoft.com/office/powerpoint/2010/main" val="1898480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23FB7-6CCC-CB35-B6C6-AACDC52F337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2B1F94C-52E6-85E3-60E2-2FE2523F75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35A1BF-5117-1D99-8301-98815698E92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87B5790-18CE-CCB0-A1E6-E949C9F666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8AF7E89-D76B-FD2E-0BD2-3BA6FD49BA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1A55D78-6BC0-671E-6074-8B94BBB8FAB9}"/>
              </a:ext>
            </a:extLst>
          </p:cNvPr>
          <p:cNvSpPr>
            <a:spLocks noGrp="1"/>
          </p:cNvSpPr>
          <p:nvPr>
            <p:ph type="dt" sz="half" idx="10"/>
          </p:nvPr>
        </p:nvSpPr>
        <p:spPr/>
        <p:txBody>
          <a:bodyPr/>
          <a:lstStyle/>
          <a:p>
            <a:fld id="{D7B4B4A3-3CA0-40F7-AE9A-77ED91081C90}" type="datetimeFigureOut">
              <a:rPr lang="en-US" smtClean="0"/>
              <a:t>9/25/2024</a:t>
            </a:fld>
            <a:endParaRPr lang="en-US"/>
          </a:p>
        </p:txBody>
      </p:sp>
      <p:sp>
        <p:nvSpPr>
          <p:cNvPr id="8" name="Footer Placeholder 7">
            <a:extLst>
              <a:ext uri="{FF2B5EF4-FFF2-40B4-BE49-F238E27FC236}">
                <a16:creationId xmlns:a16="http://schemas.microsoft.com/office/drawing/2014/main" id="{BB2847FB-556B-0416-90EC-27383FFE777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4A107F9-C395-A1C9-CECC-C575C786EE85}"/>
              </a:ext>
            </a:extLst>
          </p:cNvPr>
          <p:cNvSpPr>
            <a:spLocks noGrp="1"/>
          </p:cNvSpPr>
          <p:nvPr>
            <p:ph type="sldNum" sz="quarter" idx="12"/>
          </p:nvPr>
        </p:nvSpPr>
        <p:spPr/>
        <p:txBody>
          <a:bodyPr/>
          <a:lstStyle/>
          <a:p>
            <a:fld id="{A0833D51-1274-4860-AC9A-2E88930D9D02}" type="slidenum">
              <a:rPr lang="en-US" smtClean="0"/>
              <a:t>‹#›</a:t>
            </a:fld>
            <a:endParaRPr lang="en-US"/>
          </a:p>
        </p:txBody>
      </p:sp>
    </p:spTree>
    <p:extLst>
      <p:ext uri="{BB962C8B-B14F-4D97-AF65-F5344CB8AC3E}">
        <p14:creationId xmlns:p14="http://schemas.microsoft.com/office/powerpoint/2010/main" val="4518883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08527-26A6-AFB2-5233-6C8FA71AC84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F69B168-2A7B-2B41-C8B3-10F70970E277}"/>
              </a:ext>
            </a:extLst>
          </p:cNvPr>
          <p:cNvSpPr>
            <a:spLocks noGrp="1"/>
          </p:cNvSpPr>
          <p:nvPr>
            <p:ph type="dt" sz="half" idx="10"/>
          </p:nvPr>
        </p:nvSpPr>
        <p:spPr/>
        <p:txBody>
          <a:bodyPr/>
          <a:lstStyle/>
          <a:p>
            <a:fld id="{D7B4B4A3-3CA0-40F7-AE9A-77ED91081C90}" type="datetimeFigureOut">
              <a:rPr lang="en-US" smtClean="0"/>
              <a:t>9/25/2024</a:t>
            </a:fld>
            <a:endParaRPr lang="en-US"/>
          </a:p>
        </p:txBody>
      </p:sp>
      <p:sp>
        <p:nvSpPr>
          <p:cNvPr id="4" name="Footer Placeholder 3">
            <a:extLst>
              <a:ext uri="{FF2B5EF4-FFF2-40B4-BE49-F238E27FC236}">
                <a16:creationId xmlns:a16="http://schemas.microsoft.com/office/drawing/2014/main" id="{42929CBC-FE7A-827A-62F7-E903EB092AF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7F661EE-3EF7-EA6A-AC62-F2B125AA3E03}"/>
              </a:ext>
            </a:extLst>
          </p:cNvPr>
          <p:cNvSpPr>
            <a:spLocks noGrp="1"/>
          </p:cNvSpPr>
          <p:nvPr>
            <p:ph type="sldNum" sz="quarter" idx="12"/>
          </p:nvPr>
        </p:nvSpPr>
        <p:spPr/>
        <p:txBody>
          <a:bodyPr/>
          <a:lstStyle/>
          <a:p>
            <a:fld id="{A0833D51-1274-4860-AC9A-2E88930D9D02}" type="slidenum">
              <a:rPr lang="en-US" smtClean="0"/>
              <a:t>‹#›</a:t>
            </a:fld>
            <a:endParaRPr lang="en-US"/>
          </a:p>
        </p:txBody>
      </p:sp>
    </p:spTree>
    <p:extLst>
      <p:ext uri="{BB962C8B-B14F-4D97-AF65-F5344CB8AC3E}">
        <p14:creationId xmlns:p14="http://schemas.microsoft.com/office/powerpoint/2010/main" val="9205408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D77B384-2254-49C1-AD0C-6E90DFD4397B}"/>
              </a:ext>
            </a:extLst>
          </p:cNvPr>
          <p:cNvSpPr>
            <a:spLocks noGrp="1"/>
          </p:cNvSpPr>
          <p:nvPr>
            <p:ph type="dt" sz="half" idx="10"/>
          </p:nvPr>
        </p:nvSpPr>
        <p:spPr/>
        <p:txBody>
          <a:bodyPr/>
          <a:lstStyle/>
          <a:p>
            <a:fld id="{D7B4B4A3-3CA0-40F7-AE9A-77ED91081C90}" type="datetimeFigureOut">
              <a:rPr lang="en-US" smtClean="0"/>
              <a:t>9/25/2024</a:t>
            </a:fld>
            <a:endParaRPr lang="en-US"/>
          </a:p>
        </p:txBody>
      </p:sp>
      <p:sp>
        <p:nvSpPr>
          <p:cNvPr id="3" name="Footer Placeholder 2">
            <a:extLst>
              <a:ext uri="{FF2B5EF4-FFF2-40B4-BE49-F238E27FC236}">
                <a16:creationId xmlns:a16="http://schemas.microsoft.com/office/drawing/2014/main" id="{C9248AA0-56C9-DA08-1830-06524F43DF7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3CE9668-E6D9-BD7B-F481-A5111570FEC8}"/>
              </a:ext>
            </a:extLst>
          </p:cNvPr>
          <p:cNvSpPr>
            <a:spLocks noGrp="1"/>
          </p:cNvSpPr>
          <p:nvPr>
            <p:ph type="sldNum" sz="quarter" idx="12"/>
          </p:nvPr>
        </p:nvSpPr>
        <p:spPr/>
        <p:txBody>
          <a:bodyPr/>
          <a:lstStyle/>
          <a:p>
            <a:fld id="{A0833D51-1274-4860-AC9A-2E88930D9D02}" type="slidenum">
              <a:rPr lang="en-US" smtClean="0"/>
              <a:t>‹#›</a:t>
            </a:fld>
            <a:endParaRPr lang="en-US"/>
          </a:p>
        </p:txBody>
      </p:sp>
    </p:spTree>
    <p:extLst>
      <p:ext uri="{BB962C8B-B14F-4D97-AF65-F5344CB8AC3E}">
        <p14:creationId xmlns:p14="http://schemas.microsoft.com/office/powerpoint/2010/main" val="4901926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747CC-809C-E76B-AB6A-2225526494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F23AEB5-E107-6FD0-10EE-33F1BA8D5B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B754C5C-41C5-A68F-1B4D-4D219A91A7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939943-B283-0D44-9E0A-A753FA8CCD26}"/>
              </a:ext>
            </a:extLst>
          </p:cNvPr>
          <p:cNvSpPr>
            <a:spLocks noGrp="1"/>
          </p:cNvSpPr>
          <p:nvPr>
            <p:ph type="dt" sz="half" idx="10"/>
          </p:nvPr>
        </p:nvSpPr>
        <p:spPr/>
        <p:txBody>
          <a:bodyPr/>
          <a:lstStyle/>
          <a:p>
            <a:fld id="{D7B4B4A3-3CA0-40F7-AE9A-77ED91081C90}" type="datetimeFigureOut">
              <a:rPr lang="en-US" smtClean="0"/>
              <a:t>9/25/2024</a:t>
            </a:fld>
            <a:endParaRPr lang="en-US"/>
          </a:p>
        </p:txBody>
      </p:sp>
      <p:sp>
        <p:nvSpPr>
          <p:cNvPr id="6" name="Footer Placeholder 5">
            <a:extLst>
              <a:ext uri="{FF2B5EF4-FFF2-40B4-BE49-F238E27FC236}">
                <a16:creationId xmlns:a16="http://schemas.microsoft.com/office/drawing/2014/main" id="{F1078CF8-C7C2-4C53-7338-587826EDD0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F5E713-162D-9FEB-3014-722A84474397}"/>
              </a:ext>
            </a:extLst>
          </p:cNvPr>
          <p:cNvSpPr>
            <a:spLocks noGrp="1"/>
          </p:cNvSpPr>
          <p:nvPr>
            <p:ph type="sldNum" sz="quarter" idx="12"/>
          </p:nvPr>
        </p:nvSpPr>
        <p:spPr/>
        <p:txBody>
          <a:bodyPr/>
          <a:lstStyle/>
          <a:p>
            <a:fld id="{A0833D51-1274-4860-AC9A-2E88930D9D02}" type="slidenum">
              <a:rPr lang="en-US" smtClean="0"/>
              <a:t>‹#›</a:t>
            </a:fld>
            <a:endParaRPr lang="en-US"/>
          </a:p>
        </p:txBody>
      </p:sp>
    </p:spTree>
    <p:extLst>
      <p:ext uri="{BB962C8B-B14F-4D97-AF65-F5344CB8AC3E}">
        <p14:creationId xmlns:p14="http://schemas.microsoft.com/office/powerpoint/2010/main" val="26952341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FBF14-0B76-DC1B-C7BE-39F9F626B9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CFDD999-49BA-5760-4C9C-065B9A1B4B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58AFE06-AA07-3E1E-9B02-A87AE459BE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875457-C514-C451-2ABB-8A6E0A1CA830}"/>
              </a:ext>
            </a:extLst>
          </p:cNvPr>
          <p:cNvSpPr>
            <a:spLocks noGrp="1"/>
          </p:cNvSpPr>
          <p:nvPr>
            <p:ph type="dt" sz="half" idx="10"/>
          </p:nvPr>
        </p:nvSpPr>
        <p:spPr/>
        <p:txBody>
          <a:bodyPr/>
          <a:lstStyle/>
          <a:p>
            <a:fld id="{D7B4B4A3-3CA0-40F7-AE9A-77ED91081C90}" type="datetimeFigureOut">
              <a:rPr lang="en-US" smtClean="0"/>
              <a:t>9/25/2024</a:t>
            </a:fld>
            <a:endParaRPr lang="en-US"/>
          </a:p>
        </p:txBody>
      </p:sp>
      <p:sp>
        <p:nvSpPr>
          <p:cNvPr id="6" name="Footer Placeholder 5">
            <a:extLst>
              <a:ext uri="{FF2B5EF4-FFF2-40B4-BE49-F238E27FC236}">
                <a16:creationId xmlns:a16="http://schemas.microsoft.com/office/drawing/2014/main" id="{B2FE4ADA-9407-7C95-6494-AFA224AAF2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7A4648-65D1-98E0-F2BA-8A2CE455D8E0}"/>
              </a:ext>
            </a:extLst>
          </p:cNvPr>
          <p:cNvSpPr>
            <a:spLocks noGrp="1"/>
          </p:cNvSpPr>
          <p:nvPr>
            <p:ph type="sldNum" sz="quarter" idx="12"/>
          </p:nvPr>
        </p:nvSpPr>
        <p:spPr/>
        <p:txBody>
          <a:bodyPr/>
          <a:lstStyle/>
          <a:p>
            <a:fld id="{A0833D51-1274-4860-AC9A-2E88930D9D02}" type="slidenum">
              <a:rPr lang="en-US" smtClean="0"/>
              <a:t>‹#›</a:t>
            </a:fld>
            <a:endParaRPr lang="en-US"/>
          </a:p>
        </p:txBody>
      </p:sp>
    </p:spTree>
    <p:extLst>
      <p:ext uri="{BB962C8B-B14F-4D97-AF65-F5344CB8AC3E}">
        <p14:creationId xmlns:p14="http://schemas.microsoft.com/office/powerpoint/2010/main" val="22431606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96405-1D34-536A-E6DA-A5A12CE37EE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BF921A3-230B-AF4A-9D93-6F47104516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E383BD-0551-4DA3-1104-8488EEB67B68}"/>
              </a:ext>
            </a:extLst>
          </p:cNvPr>
          <p:cNvSpPr>
            <a:spLocks noGrp="1"/>
          </p:cNvSpPr>
          <p:nvPr>
            <p:ph type="dt" sz="half" idx="10"/>
          </p:nvPr>
        </p:nvSpPr>
        <p:spPr/>
        <p:txBody>
          <a:bodyPr/>
          <a:lstStyle/>
          <a:p>
            <a:fld id="{D7B4B4A3-3CA0-40F7-AE9A-77ED91081C90}" type="datetimeFigureOut">
              <a:rPr lang="en-US" smtClean="0"/>
              <a:t>9/25/2024</a:t>
            </a:fld>
            <a:endParaRPr lang="en-US"/>
          </a:p>
        </p:txBody>
      </p:sp>
      <p:sp>
        <p:nvSpPr>
          <p:cNvPr id="5" name="Footer Placeholder 4">
            <a:extLst>
              <a:ext uri="{FF2B5EF4-FFF2-40B4-BE49-F238E27FC236}">
                <a16:creationId xmlns:a16="http://schemas.microsoft.com/office/drawing/2014/main" id="{B017EEA9-0C2B-55A5-4931-C638A1A3F8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034BA0-5DDD-D561-6C96-22F2777EA442}"/>
              </a:ext>
            </a:extLst>
          </p:cNvPr>
          <p:cNvSpPr>
            <a:spLocks noGrp="1"/>
          </p:cNvSpPr>
          <p:nvPr>
            <p:ph type="sldNum" sz="quarter" idx="12"/>
          </p:nvPr>
        </p:nvSpPr>
        <p:spPr/>
        <p:txBody>
          <a:bodyPr/>
          <a:lstStyle/>
          <a:p>
            <a:fld id="{A0833D51-1274-4860-AC9A-2E88930D9D02}" type="slidenum">
              <a:rPr lang="en-US" smtClean="0"/>
              <a:t>‹#›</a:t>
            </a:fld>
            <a:endParaRPr lang="en-US"/>
          </a:p>
        </p:txBody>
      </p:sp>
    </p:spTree>
    <p:extLst>
      <p:ext uri="{BB962C8B-B14F-4D97-AF65-F5344CB8AC3E}">
        <p14:creationId xmlns:p14="http://schemas.microsoft.com/office/powerpoint/2010/main" val="271198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07DF6F3-57FE-F222-C273-38D6B6EEAE3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1ECEA5F-AB73-35D3-8944-96B00069C5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E42A08-DF8F-A77B-F961-1081CF9B6227}"/>
              </a:ext>
            </a:extLst>
          </p:cNvPr>
          <p:cNvSpPr>
            <a:spLocks noGrp="1"/>
          </p:cNvSpPr>
          <p:nvPr>
            <p:ph type="dt" sz="half" idx="10"/>
          </p:nvPr>
        </p:nvSpPr>
        <p:spPr/>
        <p:txBody>
          <a:bodyPr/>
          <a:lstStyle/>
          <a:p>
            <a:fld id="{D7B4B4A3-3CA0-40F7-AE9A-77ED91081C90}" type="datetimeFigureOut">
              <a:rPr lang="en-US" smtClean="0"/>
              <a:t>9/25/2024</a:t>
            </a:fld>
            <a:endParaRPr lang="en-US"/>
          </a:p>
        </p:txBody>
      </p:sp>
      <p:sp>
        <p:nvSpPr>
          <p:cNvPr id="5" name="Footer Placeholder 4">
            <a:extLst>
              <a:ext uri="{FF2B5EF4-FFF2-40B4-BE49-F238E27FC236}">
                <a16:creationId xmlns:a16="http://schemas.microsoft.com/office/drawing/2014/main" id="{CF9D951C-BFA3-928F-FEDC-16AB5FE48C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A98DC9-6EB8-6C8B-8DE1-8C60340AE235}"/>
              </a:ext>
            </a:extLst>
          </p:cNvPr>
          <p:cNvSpPr>
            <a:spLocks noGrp="1"/>
          </p:cNvSpPr>
          <p:nvPr>
            <p:ph type="sldNum" sz="quarter" idx="12"/>
          </p:nvPr>
        </p:nvSpPr>
        <p:spPr/>
        <p:txBody>
          <a:bodyPr/>
          <a:lstStyle/>
          <a:p>
            <a:fld id="{A0833D51-1274-4860-AC9A-2E88930D9D02}" type="slidenum">
              <a:rPr lang="en-US" smtClean="0"/>
              <a:t>‹#›</a:t>
            </a:fld>
            <a:endParaRPr lang="en-US"/>
          </a:p>
        </p:txBody>
      </p:sp>
    </p:spTree>
    <p:extLst>
      <p:ext uri="{BB962C8B-B14F-4D97-AF65-F5344CB8AC3E}">
        <p14:creationId xmlns:p14="http://schemas.microsoft.com/office/powerpoint/2010/main" val="3583756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1A9796-1702-DCBB-73A6-877AA73863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7E0BA46-C3A7-86BB-3D69-CB7F3CDF6F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F4382E-8EC9-1E4E-49B1-4CE1B0AE98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7B4B4A3-3CA0-40F7-AE9A-77ED91081C90}" type="datetimeFigureOut">
              <a:rPr lang="en-US" smtClean="0"/>
              <a:t>9/25/2024</a:t>
            </a:fld>
            <a:endParaRPr lang="en-US"/>
          </a:p>
        </p:txBody>
      </p:sp>
      <p:sp>
        <p:nvSpPr>
          <p:cNvPr id="5" name="Footer Placeholder 4">
            <a:extLst>
              <a:ext uri="{FF2B5EF4-FFF2-40B4-BE49-F238E27FC236}">
                <a16:creationId xmlns:a16="http://schemas.microsoft.com/office/drawing/2014/main" id="{63197929-D0CB-B4D1-071E-B3E28A806D6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C07E09B-C3AC-3CD1-B962-8A768E3CE0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0833D51-1274-4860-AC9A-2E88930D9D02}" type="slidenum">
              <a:rPr lang="en-US" smtClean="0"/>
              <a:t>‹#›</a:t>
            </a:fld>
            <a:endParaRPr lang="en-US"/>
          </a:p>
        </p:txBody>
      </p:sp>
    </p:spTree>
    <p:extLst>
      <p:ext uri="{BB962C8B-B14F-4D97-AF65-F5344CB8AC3E}">
        <p14:creationId xmlns:p14="http://schemas.microsoft.com/office/powerpoint/2010/main" val="14669529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gallup.com/workplace/349484/state-of-the-global-workplace.aspx"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83081-5662-9201-E9D4-8118FD8C40B6}"/>
              </a:ext>
            </a:extLst>
          </p:cNvPr>
          <p:cNvSpPr>
            <a:spLocks noGrp="1"/>
          </p:cNvSpPr>
          <p:nvPr>
            <p:ph type="ctrTitle"/>
          </p:nvPr>
        </p:nvSpPr>
        <p:spPr/>
        <p:txBody>
          <a:bodyPr/>
          <a:lstStyle/>
          <a:p>
            <a:r>
              <a:rPr lang="en-US" dirty="0"/>
              <a:t>Am I In The Right Job	</a:t>
            </a:r>
          </a:p>
        </p:txBody>
      </p:sp>
      <p:sp>
        <p:nvSpPr>
          <p:cNvPr id="3" name="Subtitle 2">
            <a:extLst>
              <a:ext uri="{FF2B5EF4-FFF2-40B4-BE49-F238E27FC236}">
                <a16:creationId xmlns:a16="http://schemas.microsoft.com/office/drawing/2014/main" id="{E320B408-FC9B-3E6E-121A-505466E75C5C}"/>
              </a:ext>
            </a:extLst>
          </p:cNvPr>
          <p:cNvSpPr>
            <a:spLocks noGrp="1"/>
          </p:cNvSpPr>
          <p:nvPr>
            <p:ph type="subTitle" idx="1"/>
          </p:nvPr>
        </p:nvSpPr>
        <p:spPr/>
        <p:txBody>
          <a:bodyPr/>
          <a:lstStyle/>
          <a:p>
            <a:r>
              <a:rPr lang="en-US" dirty="0"/>
              <a:t>How to Know When It’s Time to Go?</a:t>
            </a:r>
          </a:p>
        </p:txBody>
      </p:sp>
    </p:spTree>
    <p:extLst>
      <p:ext uri="{BB962C8B-B14F-4D97-AF65-F5344CB8AC3E}">
        <p14:creationId xmlns:p14="http://schemas.microsoft.com/office/powerpoint/2010/main" val="16416761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CB7D2-D5D0-7ABA-112D-FFC00A9C684C}"/>
              </a:ext>
            </a:extLst>
          </p:cNvPr>
          <p:cNvSpPr>
            <a:spLocks noGrp="1"/>
          </p:cNvSpPr>
          <p:nvPr>
            <p:ph type="title"/>
          </p:nvPr>
        </p:nvSpPr>
        <p:spPr>
          <a:xfrm>
            <a:off x="646903" y="648244"/>
            <a:ext cx="10515600" cy="1325563"/>
          </a:xfrm>
        </p:spPr>
        <p:txBody>
          <a:bodyPr>
            <a:normAutofit fontScale="90000"/>
          </a:bodyPr>
          <a:lstStyle/>
          <a:p>
            <a:r>
              <a:rPr lang="en-US" dirty="0"/>
              <a:t>Impact of changes in workplace…</a:t>
            </a:r>
            <a:br>
              <a:rPr lang="en-US" dirty="0"/>
            </a:br>
            <a:br>
              <a:rPr lang="en-US" dirty="0"/>
            </a:br>
            <a:r>
              <a:rPr lang="en-US" dirty="0"/>
              <a:t>Depends on how long have you not felt satisfied? Is it a passing phase?</a:t>
            </a:r>
          </a:p>
        </p:txBody>
      </p:sp>
      <p:sp>
        <p:nvSpPr>
          <p:cNvPr id="3" name="Content Placeholder 2">
            <a:extLst>
              <a:ext uri="{FF2B5EF4-FFF2-40B4-BE49-F238E27FC236}">
                <a16:creationId xmlns:a16="http://schemas.microsoft.com/office/drawing/2014/main" id="{6989216E-931A-97B9-B8AC-8226FD1EC77D}"/>
              </a:ext>
            </a:extLst>
          </p:cNvPr>
          <p:cNvSpPr>
            <a:spLocks noGrp="1"/>
          </p:cNvSpPr>
          <p:nvPr>
            <p:ph idx="1"/>
          </p:nvPr>
        </p:nvSpPr>
        <p:spPr>
          <a:xfrm>
            <a:off x="677855" y="2903544"/>
            <a:ext cx="10515600" cy="2887723"/>
          </a:xfrm>
        </p:spPr>
        <p:txBody>
          <a:bodyPr>
            <a:normAutofit fontScale="77500" lnSpcReduction="20000"/>
          </a:bodyPr>
          <a:lstStyle/>
          <a:p>
            <a:r>
              <a:rPr lang="en-US" dirty="0"/>
              <a:t>Remote versus in person work</a:t>
            </a:r>
          </a:p>
          <a:p>
            <a:r>
              <a:rPr lang="en-US" dirty="0"/>
              <a:t>Realized co-workers or connection to organization were critical piece to fulfillment</a:t>
            </a:r>
          </a:p>
          <a:p>
            <a:endParaRPr lang="en-US" dirty="0"/>
          </a:p>
          <a:p>
            <a:r>
              <a:rPr lang="en-US" dirty="0"/>
              <a:t>Unsure what to do now that priorities have changed</a:t>
            </a:r>
          </a:p>
          <a:p>
            <a:r>
              <a:rPr lang="en-US" dirty="0"/>
              <a:t>Layoff/recession concerns</a:t>
            </a:r>
          </a:p>
          <a:p>
            <a:endParaRPr lang="en-US" dirty="0"/>
          </a:p>
          <a:p>
            <a:r>
              <a:rPr lang="en-US" dirty="0"/>
              <a:t>Consider how long you have felt this way before deciding?</a:t>
            </a:r>
          </a:p>
          <a:p>
            <a:r>
              <a:rPr lang="en-US" dirty="0"/>
              <a:t>-Passing phase or long-term problem? Is it a specific project or client?</a:t>
            </a:r>
          </a:p>
        </p:txBody>
      </p:sp>
    </p:spTree>
    <p:extLst>
      <p:ext uri="{BB962C8B-B14F-4D97-AF65-F5344CB8AC3E}">
        <p14:creationId xmlns:p14="http://schemas.microsoft.com/office/powerpoint/2010/main" val="8668716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A9EB6-6A26-55AD-43E9-D76E9582B6E2}"/>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0B49F650-D517-70A6-8B3C-3F68062F219E}"/>
              </a:ext>
            </a:extLst>
          </p:cNvPr>
          <p:cNvSpPr>
            <a:spLocks noGrp="1"/>
          </p:cNvSpPr>
          <p:nvPr>
            <p:ph idx="1"/>
          </p:nvPr>
        </p:nvSpPr>
        <p:spPr/>
        <p:txBody>
          <a:bodyPr>
            <a:normAutofit lnSpcReduction="10000"/>
          </a:bodyPr>
          <a:lstStyle/>
          <a:p>
            <a:r>
              <a:rPr lang="en-US" dirty="0"/>
              <a:t>Why important</a:t>
            </a:r>
          </a:p>
          <a:p>
            <a:endParaRPr lang="en-US" dirty="0"/>
          </a:p>
          <a:p>
            <a:r>
              <a:rPr lang="en-US" dirty="0"/>
              <a:t>8 red flags for wrong fit</a:t>
            </a:r>
          </a:p>
          <a:p>
            <a:endParaRPr lang="en-US" dirty="0"/>
          </a:p>
          <a:p>
            <a:r>
              <a:rPr lang="en-US" dirty="0"/>
              <a:t>Define fulfillment first</a:t>
            </a:r>
          </a:p>
          <a:p>
            <a:endParaRPr lang="en-US" dirty="0"/>
          </a:p>
          <a:p>
            <a:r>
              <a:rPr lang="en-US" dirty="0"/>
              <a:t>Ideal career model</a:t>
            </a:r>
          </a:p>
          <a:p>
            <a:endParaRPr lang="en-US" dirty="0"/>
          </a:p>
          <a:p>
            <a:r>
              <a:rPr lang="en-US" dirty="0"/>
              <a:t>If something comes to you, please feel free to speak up and ask!</a:t>
            </a:r>
          </a:p>
        </p:txBody>
      </p:sp>
    </p:spTree>
    <p:extLst>
      <p:ext uri="{BB962C8B-B14F-4D97-AF65-F5344CB8AC3E}">
        <p14:creationId xmlns:p14="http://schemas.microsoft.com/office/powerpoint/2010/main" val="4925756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60C7B-1B2A-84A7-F0DD-FF52DEA2DC06}"/>
              </a:ext>
            </a:extLst>
          </p:cNvPr>
          <p:cNvSpPr>
            <a:spLocks noGrp="1"/>
          </p:cNvSpPr>
          <p:nvPr>
            <p:ph type="title"/>
          </p:nvPr>
        </p:nvSpPr>
        <p:spPr/>
        <p:txBody>
          <a:bodyPr/>
          <a:lstStyle/>
          <a:p>
            <a:r>
              <a:rPr lang="en-US" dirty="0"/>
              <a:t>Why is career or job fit important?</a:t>
            </a:r>
          </a:p>
        </p:txBody>
      </p:sp>
      <p:sp>
        <p:nvSpPr>
          <p:cNvPr id="3" name="Content Placeholder 2">
            <a:extLst>
              <a:ext uri="{FF2B5EF4-FFF2-40B4-BE49-F238E27FC236}">
                <a16:creationId xmlns:a16="http://schemas.microsoft.com/office/drawing/2014/main" id="{45FB7433-6227-7872-7F02-F47467E94FFF}"/>
              </a:ext>
            </a:extLst>
          </p:cNvPr>
          <p:cNvSpPr>
            <a:spLocks noGrp="1"/>
          </p:cNvSpPr>
          <p:nvPr>
            <p:ph idx="1"/>
          </p:nvPr>
        </p:nvSpPr>
        <p:spPr/>
        <p:txBody>
          <a:bodyPr>
            <a:normAutofit fontScale="92500" lnSpcReduction="20000"/>
          </a:bodyPr>
          <a:lstStyle/>
          <a:p>
            <a:r>
              <a:rPr lang="en-US" b="0" i="0" dirty="0">
                <a:effectLst/>
                <a:highlight>
                  <a:srgbClr val="FFFFFF"/>
                </a:highlight>
                <a:latin typeface="Arial" panose="020B0604020202020204" pitchFamily="34" charset="0"/>
              </a:rPr>
              <a:t>Gallup’s annual </a:t>
            </a:r>
            <a:r>
              <a:rPr lang="en-US" b="0" i="0" u="none" strike="noStrike" dirty="0">
                <a:effectLst/>
                <a:highlight>
                  <a:srgbClr val="FFFFFF"/>
                </a:highlight>
                <a:latin typeface="Arial" panose="020B0604020202020204" pitchFamily="34" charset="0"/>
                <a:hlinkClick r:id="rId2">
                  <a:extLst>
                    <a:ext uri="{A12FA001-AC4F-418D-AE19-62706E023703}">
                      <ahyp:hlinkClr xmlns:ahyp="http://schemas.microsoft.com/office/drawing/2018/hyperlinkcolor" val="tx"/>
                    </a:ext>
                  </a:extLst>
                </a:hlinkClick>
              </a:rPr>
              <a:t>State of the Global Workplace</a:t>
            </a:r>
            <a:r>
              <a:rPr lang="en-US" b="0" i="0" dirty="0">
                <a:effectLst/>
                <a:highlight>
                  <a:srgbClr val="FFFFFF"/>
                </a:highlight>
                <a:latin typeface="Arial" panose="020B0604020202020204" pitchFamily="34" charset="0"/>
              </a:rPr>
              <a:t> report found that just over half of employees in North America are not engaged (51%), meaning they are uninspired by their work and do the bare minimum, and 16% are actively disengaged and seeking a new employer. According to the survey, employee disengagement accounts for $8.9 trillion in lost productivity worldwide.</a:t>
            </a:r>
          </a:p>
          <a:p>
            <a:endParaRPr lang="en-US" dirty="0"/>
          </a:p>
          <a:p>
            <a:r>
              <a:rPr lang="en-US" dirty="0"/>
              <a:t>Toll on quality of life both inside and outside the workplace</a:t>
            </a:r>
          </a:p>
          <a:p>
            <a:endParaRPr lang="en-US" dirty="0"/>
          </a:p>
          <a:p>
            <a:r>
              <a:rPr lang="en-US" dirty="0"/>
              <a:t>Twice as likely to be diagnosed with depression.</a:t>
            </a:r>
          </a:p>
          <a:p>
            <a:endParaRPr lang="en-US" dirty="0"/>
          </a:p>
          <a:p>
            <a:r>
              <a:rPr lang="en-US" dirty="0"/>
              <a:t>What is the problem of being in the wrong fit?</a:t>
            </a:r>
          </a:p>
        </p:txBody>
      </p:sp>
    </p:spTree>
    <p:extLst>
      <p:ext uri="{BB962C8B-B14F-4D97-AF65-F5344CB8AC3E}">
        <p14:creationId xmlns:p14="http://schemas.microsoft.com/office/powerpoint/2010/main" val="24344804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457FA-D935-58DF-D454-50B499B7EBD2}"/>
              </a:ext>
            </a:extLst>
          </p:cNvPr>
          <p:cNvSpPr>
            <a:spLocks noGrp="1"/>
          </p:cNvSpPr>
          <p:nvPr>
            <p:ph type="title"/>
          </p:nvPr>
        </p:nvSpPr>
        <p:spPr/>
        <p:txBody>
          <a:bodyPr/>
          <a:lstStyle/>
          <a:p>
            <a:r>
              <a:rPr lang="en-US" dirty="0"/>
              <a:t>Why we get stuck? Can happen to anyone!</a:t>
            </a:r>
          </a:p>
        </p:txBody>
      </p:sp>
      <p:sp>
        <p:nvSpPr>
          <p:cNvPr id="3" name="Content Placeholder 2">
            <a:extLst>
              <a:ext uri="{FF2B5EF4-FFF2-40B4-BE49-F238E27FC236}">
                <a16:creationId xmlns:a16="http://schemas.microsoft.com/office/drawing/2014/main" id="{C8750A06-DFE3-3C2B-BFFA-F72E3E113B4E}"/>
              </a:ext>
            </a:extLst>
          </p:cNvPr>
          <p:cNvSpPr>
            <a:spLocks noGrp="1"/>
          </p:cNvSpPr>
          <p:nvPr>
            <p:ph idx="1"/>
          </p:nvPr>
        </p:nvSpPr>
        <p:spPr/>
        <p:txBody>
          <a:bodyPr>
            <a:normAutofit fontScale="92500" lnSpcReduction="10000"/>
          </a:bodyPr>
          <a:lstStyle/>
          <a:p>
            <a:r>
              <a:rPr lang="en-US" dirty="0"/>
              <a:t>Good at it, but not rewarding</a:t>
            </a:r>
          </a:p>
          <a:p>
            <a:r>
              <a:rPr lang="en-US" dirty="0"/>
              <a:t>Family/friends/social influences</a:t>
            </a:r>
          </a:p>
          <a:p>
            <a:r>
              <a:rPr lang="en-US" dirty="0"/>
              <a:t>It was offered</a:t>
            </a:r>
          </a:p>
          <a:p>
            <a:r>
              <a:rPr lang="en-US" dirty="0"/>
              <a:t>Salary, golden handcuffs, give you a new phone/car to keep you around- but are they reasons to stay? Right or wrong reasons.</a:t>
            </a:r>
          </a:p>
          <a:p>
            <a:r>
              <a:rPr lang="en-US" dirty="0"/>
              <a:t>Changed too quickly</a:t>
            </a:r>
          </a:p>
          <a:p>
            <a:r>
              <a:rPr lang="en-US" dirty="0"/>
              <a:t>Job not as advertised</a:t>
            </a:r>
          </a:p>
          <a:p>
            <a:endParaRPr lang="en-US" dirty="0"/>
          </a:p>
          <a:p>
            <a:r>
              <a:rPr lang="en-US" dirty="0"/>
              <a:t>Why are you in your current job?- Don’t overthink this</a:t>
            </a:r>
          </a:p>
          <a:p>
            <a:r>
              <a:rPr lang="en-US" dirty="0"/>
              <a:t>Right or wrong reasons? Make a list</a:t>
            </a:r>
          </a:p>
        </p:txBody>
      </p:sp>
    </p:spTree>
    <p:extLst>
      <p:ext uri="{BB962C8B-B14F-4D97-AF65-F5344CB8AC3E}">
        <p14:creationId xmlns:p14="http://schemas.microsoft.com/office/powerpoint/2010/main" val="25671562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681D1-1FAD-1254-977A-C2D5671EBC2C}"/>
              </a:ext>
            </a:extLst>
          </p:cNvPr>
          <p:cNvSpPr>
            <a:spLocks noGrp="1"/>
          </p:cNvSpPr>
          <p:nvPr>
            <p:ph type="title"/>
          </p:nvPr>
        </p:nvSpPr>
        <p:spPr/>
        <p:txBody>
          <a:bodyPr/>
          <a:lstStyle/>
          <a:p>
            <a:r>
              <a:rPr lang="en-US" dirty="0"/>
              <a:t>Why important</a:t>
            </a:r>
          </a:p>
        </p:txBody>
      </p:sp>
      <p:sp>
        <p:nvSpPr>
          <p:cNvPr id="3" name="Content Placeholder 2">
            <a:extLst>
              <a:ext uri="{FF2B5EF4-FFF2-40B4-BE49-F238E27FC236}">
                <a16:creationId xmlns:a16="http://schemas.microsoft.com/office/drawing/2014/main" id="{75758A82-E5CE-8695-8AC9-92048B6CE6CD}"/>
              </a:ext>
            </a:extLst>
          </p:cNvPr>
          <p:cNvSpPr>
            <a:spLocks noGrp="1"/>
          </p:cNvSpPr>
          <p:nvPr>
            <p:ph idx="1"/>
          </p:nvPr>
        </p:nvSpPr>
        <p:spPr/>
        <p:txBody>
          <a:bodyPr>
            <a:normAutofit fontScale="77500" lnSpcReduction="20000"/>
          </a:bodyPr>
          <a:lstStyle/>
          <a:p>
            <a:r>
              <a:rPr lang="en-US" dirty="0"/>
              <a:t>How dramatic of a change is needed?</a:t>
            </a:r>
          </a:p>
          <a:p>
            <a:r>
              <a:rPr lang="en-US" dirty="0"/>
              <a:t>Somewhat satisfied- separate what works and what doesn’t, new role, industry or organization</a:t>
            </a:r>
          </a:p>
          <a:p>
            <a:endParaRPr lang="en-US" dirty="0"/>
          </a:p>
          <a:p>
            <a:r>
              <a:rPr lang="en-US" dirty="0"/>
              <a:t>Very Unsatisfied – consider larger change</a:t>
            </a:r>
          </a:p>
          <a:p>
            <a:endParaRPr lang="en-US" dirty="0"/>
          </a:p>
          <a:p>
            <a:r>
              <a:rPr lang="en-US" dirty="0"/>
              <a:t>Consider how unsatisfied you are with multiple areas/aspects of your job.</a:t>
            </a:r>
          </a:p>
          <a:p>
            <a:endParaRPr lang="en-US" dirty="0"/>
          </a:p>
          <a:p>
            <a:r>
              <a:rPr lang="en-US" dirty="0"/>
              <a:t>If really unsatisfied you may need a larger change.</a:t>
            </a:r>
          </a:p>
          <a:p>
            <a:endParaRPr lang="en-US" dirty="0"/>
          </a:p>
          <a:p>
            <a:r>
              <a:rPr lang="en-US" dirty="0"/>
              <a:t>9 times out of 10, someone may needs a course correction to become more satisfied. Don’t be dramatic, and think you have to start all over. Maybe it is the manager or the environment.  </a:t>
            </a:r>
          </a:p>
        </p:txBody>
      </p:sp>
    </p:spTree>
    <p:extLst>
      <p:ext uri="{BB962C8B-B14F-4D97-AF65-F5344CB8AC3E}">
        <p14:creationId xmlns:p14="http://schemas.microsoft.com/office/powerpoint/2010/main" val="26042007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0419D-6541-FF52-6FD2-6001584195BB}"/>
              </a:ext>
            </a:extLst>
          </p:cNvPr>
          <p:cNvSpPr>
            <a:spLocks noGrp="1"/>
          </p:cNvSpPr>
          <p:nvPr>
            <p:ph type="title"/>
          </p:nvPr>
        </p:nvSpPr>
        <p:spPr/>
        <p:txBody>
          <a:bodyPr/>
          <a:lstStyle/>
          <a:p>
            <a:r>
              <a:rPr lang="en-US" dirty="0"/>
              <a:t>Good news</a:t>
            </a:r>
          </a:p>
        </p:txBody>
      </p:sp>
      <p:sp>
        <p:nvSpPr>
          <p:cNvPr id="3" name="Content Placeholder 2">
            <a:extLst>
              <a:ext uri="{FF2B5EF4-FFF2-40B4-BE49-F238E27FC236}">
                <a16:creationId xmlns:a16="http://schemas.microsoft.com/office/drawing/2014/main" id="{6827958D-16B8-2CE7-479E-AA543FF5E5BE}"/>
              </a:ext>
            </a:extLst>
          </p:cNvPr>
          <p:cNvSpPr>
            <a:spLocks noGrp="1"/>
          </p:cNvSpPr>
          <p:nvPr>
            <p:ph idx="1"/>
          </p:nvPr>
        </p:nvSpPr>
        <p:spPr/>
        <p:txBody>
          <a:bodyPr/>
          <a:lstStyle/>
          <a:p>
            <a:r>
              <a:rPr lang="en-US" dirty="0"/>
              <a:t>Engaged and fulfilled</a:t>
            </a:r>
          </a:p>
          <a:p>
            <a:endParaRPr lang="en-US" dirty="0"/>
          </a:p>
          <a:p>
            <a:r>
              <a:rPr lang="en-US" dirty="0"/>
              <a:t>Usually less dramatic of a change than you think</a:t>
            </a:r>
          </a:p>
        </p:txBody>
      </p:sp>
    </p:spTree>
    <p:extLst>
      <p:ext uri="{BB962C8B-B14F-4D97-AF65-F5344CB8AC3E}">
        <p14:creationId xmlns:p14="http://schemas.microsoft.com/office/powerpoint/2010/main" val="7287227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F78CB-D29E-5BFB-F421-6EFE11A07E77}"/>
              </a:ext>
            </a:extLst>
          </p:cNvPr>
          <p:cNvSpPr>
            <a:spLocks noGrp="1"/>
          </p:cNvSpPr>
          <p:nvPr>
            <p:ph type="title"/>
          </p:nvPr>
        </p:nvSpPr>
        <p:spPr/>
        <p:txBody>
          <a:bodyPr/>
          <a:lstStyle/>
          <a:p>
            <a:r>
              <a:rPr lang="en-US" dirty="0"/>
              <a:t>Be Realistic</a:t>
            </a:r>
          </a:p>
        </p:txBody>
      </p:sp>
      <p:sp>
        <p:nvSpPr>
          <p:cNvPr id="3" name="Content Placeholder 2">
            <a:extLst>
              <a:ext uri="{FF2B5EF4-FFF2-40B4-BE49-F238E27FC236}">
                <a16:creationId xmlns:a16="http://schemas.microsoft.com/office/drawing/2014/main" id="{8FEE86C2-50C7-2E0B-D8DB-0186D91BF757}"/>
              </a:ext>
            </a:extLst>
          </p:cNvPr>
          <p:cNvSpPr>
            <a:spLocks noGrp="1"/>
          </p:cNvSpPr>
          <p:nvPr>
            <p:ph idx="1"/>
          </p:nvPr>
        </p:nvSpPr>
        <p:spPr/>
        <p:txBody>
          <a:bodyPr/>
          <a:lstStyle/>
          <a:p>
            <a:r>
              <a:rPr lang="en-US" dirty="0"/>
              <a:t>Do what you love, the money will follow – I agree and disagree with this statement. It may require </a:t>
            </a:r>
            <a:r>
              <a:rPr lang="en-US" dirty="0" err="1"/>
              <a:t>hardwork</a:t>
            </a:r>
            <a:r>
              <a:rPr lang="en-US" dirty="0"/>
              <a:t> to get where you want to go. </a:t>
            </a:r>
          </a:p>
          <a:p>
            <a:endParaRPr lang="en-US" dirty="0"/>
          </a:p>
          <a:p>
            <a:r>
              <a:rPr lang="en-US" dirty="0"/>
              <a:t>Goal: Good so far outweighs the bad, you barely notice the things you don’t enjoy. – You may not like certain aspects of the job, but overall you are satisfied with your job. </a:t>
            </a:r>
          </a:p>
        </p:txBody>
      </p:sp>
    </p:spTree>
    <p:extLst>
      <p:ext uri="{BB962C8B-B14F-4D97-AF65-F5344CB8AC3E}">
        <p14:creationId xmlns:p14="http://schemas.microsoft.com/office/powerpoint/2010/main" val="10189671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35C21-5841-2A3F-14D9-881DA0BE15DB}"/>
              </a:ext>
            </a:extLst>
          </p:cNvPr>
          <p:cNvSpPr>
            <a:spLocks noGrp="1"/>
          </p:cNvSpPr>
          <p:nvPr>
            <p:ph type="title"/>
          </p:nvPr>
        </p:nvSpPr>
        <p:spPr/>
        <p:txBody>
          <a:bodyPr/>
          <a:lstStyle/>
          <a:p>
            <a:r>
              <a:rPr lang="en-US" dirty="0"/>
              <a:t>8 Red Flags for Wrong Fit</a:t>
            </a:r>
          </a:p>
        </p:txBody>
      </p:sp>
      <p:sp>
        <p:nvSpPr>
          <p:cNvPr id="3" name="Content Placeholder 2">
            <a:extLst>
              <a:ext uri="{FF2B5EF4-FFF2-40B4-BE49-F238E27FC236}">
                <a16:creationId xmlns:a16="http://schemas.microsoft.com/office/drawing/2014/main" id="{F4F94F68-CE48-39F6-9C23-F05BE456D0FD}"/>
              </a:ext>
            </a:extLst>
          </p:cNvPr>
          <p:cNvSpPr>
            <a:spLocks noGrp="1"/>
          </p:cNvSpPr>
          <p:nvPr>
            <p:ph idx="1"/>
          </p:nvPr>
        </p:nvSpPr>
        <p:spPr/>
        <p:txBody>
          <a:bodyPr>
            <a:normAutofit fontScale="92500" lnSpcReduction="20000"/>
          </a:bodyPr>
          <a:lstStyle/>
          <a:p>
            <a:r>
              <a:rPr lang="en-US" dirty="0"/>
              <a:t>Passion for job but maybe compensation is not there. You might have to make a compromise.</a:t>
            </a:r>
          </a:p>
          <a:p>
            <a:r>
              <a:rPr lang="en-US" dirty="0"/>
              <a:t>1. You dread getting out of bed every morning.</a:t>
            </a:r>
          </a:p>
          <a:p>
            <a:r>
              <a:rPr lang="en-US" dirty="0"/>
              <a:t>2. Your work relationships and performance are suffering.</a:t>
            </a:r>
          </a:p>
          <a:p>
            <a:r>
              <a:rPr lang="en-US" dirty="0"/>
              <a:t>3. You gain little or no joy or satisfaction from it.</a:t>
            </a:r>
          </a:p>
          <a:p>
            <a:r>
              <a:rPr lang="en-US" dirty="0"/>
              <a:t>4. You’ve started to slack off and have little or no motivation.</a:t>
            </a:r>
          </a:p>
          <a:p>
            <a:r>
              <a:rPr lang="en-US" dirty="0"/>
              <a:t>5. You become someone else at work.</a:t>
            </a:r>
          </a:p>
          <a:p>
            <a:r>
              <a:rPr lang="en-US" dirty="0"/>
              <a:t>6. Your job doesn’t make use of your talents. I like to focus on strengths!</a:t>
            </a:r>
          </a:p>
          <a:p>
            <a:r>
              <a:rPr lang="en-US" dirty="0"/>
              <a:t>7. You spend most of your time complaining about your job.</a:t>
            </a:r>
          </a:p>
          <a:p>
            <a:r>
              <a:rPr lang="en-US" dirty="0"/>
              <a:t>8. You regularly fantasize about quitting, being fired, or let go.</a:t>
            </a:r>
          </a:p>
        </p:txBody>
      </p:sp>
    </p:spTree>
    <p:extLst>
      <p:ext uri="{BB962C8B-B14F-4D97-AF65-F5344CB8AC3E}">
        <p14:creationId xmlns:p14="http://schemas.microsoft.com/office/powerpoint/2010/main" val="11319281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CAF2E-A174-9B1C-FDE0-7A63ACB7921F}"/>
              </a:ext>
            </a:extLst>
          </p:cNvPr>
          <p:cNvSpPr>
            <a:spLocks noGrp="1"/>
          </p:cNvSpPr>
          <p:nvPr>
            <p:ph type="title"/>
          </p:nvPr>
        </p:nvSpPr>
        <p:spPr/>
        <p:txBody>
          <a:bodyPr/>
          <a:lstStyle/>
          <a:p>
            <a:r>
              <a:rPr lang="en-US" dirty="0"/>
              <a:t>Results</a:t>
            </a:r>
          </a:p>
        </p:txBody>
      </p:sp>
      <p:sp>
        <p:nvSpPr>
          <p:cNvPr id="3" name="Content Placeholder 2">
            <a:extLst>
              <a:ext uri="{FF2B5EF4-FFF2-40B4-BE49-F238E27FC236}">
                <a16:creationId xmlns:a16="http://schemas.microsoft.com/office/drawing/2014/main" id="{74BE6A28-E8AC-932F-010F-F52C6BAE8078}"/>
              </a:ext>
            </a:extLst>
          </p:cNvPr>
          <p:cNvSpPr>
            <a:spLocks noGrp="1"/>
          </p:cNvSpPr>
          <p:nvPr>
            <p:ph idx="1"/>
          </p:nvPr>
        </p:nvSpPr>
        <p:spPr/>
        <p:txBody>
          <a:bodyPr>
            <a:normAutofit fontScale="92500" lnSpcReduction="10000"/>
          </a:bodyPr>
          <a:lstStyle/>
          <a:p>
            <a:r>
              <a:rPr lang="en-US" dirty="0"/>
              <a:t>1-2 red flags: May just be going through a rough patch. Re-evaluate in 3 months.</a:t>
            </a:r>
          </a:p>
          <a:p>
            <a:endParaRPr lang="en-US" dirty="0"/>
          </a:p>
          <a:p>
            <a:r>
              <a:rPr lang="en-US" dirty="0"/>
              <a:t>3-4 red flags: You’re probably not in right career but may be close to your ideal. Write down what works and what doesn’t work to get started.</a:t>
            </a:r>
          </a:p>
          <a:p>
            <a:endParaRPr lang="en-US" dirty="0"/>
          </a:p>
          <a:p>
            <a:r>
              <a:rPr lang="en-US" dirty="0"/>
              <a:t>5+ red flags: It’s time to make a change.</a:t>
            </a:r>
          </a:p>
          <a:p>
            <a:endParaRPr lang="en-US" dirty="0"/>
          </a:p>
          <a:p>
            <a:r>
              <a:rPr lang="en-US" dirty="0"/>
              <a:t>If you have too many red flags, are there changes you can make to stay in your current role?</a:t>
            </a:r>
          </a:p>
          <a:p>
            <a:pPr marL="0" indent="0">
              <a:buNone/>
            </a:pPr>
            <a:endParaRPr lang="en-US" dirty="0"/>
          </a:p>
        </p:txBody>
      </p:sp>
    </p:spTree>
    <p:extLst>
      <p:ext uri="{BB962C8B-B14F-4D97-AF65-F5344CB8AC3E}">
        <p14:creationId xmlns:p14="http://schemas.microsoft.com/office/powerpoint/2010/main" val="1973291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6E245-6B8D-7381-B77A-3123B29711D3}"/>
              </a:ext>
            </a:extLst>
          </p:cNvPr>
          <p:cNvSpPr>
            <a:spLocks noGrp="1"/>
          </p:cNvSpPr>
          <p:nvPr>
            <p:ph type="title"/>
          </p:nvPr>
        </p:nvSpPr>
        <p:spPr/>
        <p:txBody>
          <a:bodyPr/>
          <a:lstStyle/>
          <a:p>
            <a:r>
              <a:rPr lang="en-US" dirty="0"/>
              <a:t>Define Fulfillment First</a:t>
            </a:r>
          </a:p>
        </p:txBody>
      </p:sp>
      <p:sp>
        <p:nvSpPr>
          <p:cNvPr id="3" name="Content Placeholder 2">
            <a:extLst>
              <a:ext uri="{FF2B5EF4-FFF2-40B4-BE49-F238E27FC236}">
                <a16:creationId xmlns:a16="http://schemas.microsoft.com/office/drawing/2014/main" id="{BCFA3271-736A-CE33-50C0-11ABB738243D}"/>
              </a:ext>
            </a:extLst>
          </p:cNvPr>
          <p:cNvSpPr>
            <a:spLocks noGrp="1"/>
          </p:cNvSpPr>
          <p:nvPr>
            <p:ph idx="1"/>
          </p:nvPr>
        </p:nvSpPr>
        <p:spPr/>
        <p:txBody>
          <a:bodyPr/>
          <a:lstStyle/>
          <a:p>
            <a:r>
              <a:rPr lang="en-US" dirty="0"/>
              <a:t>Stay or Go?</a:t>
            </a:r>
          </a:p>
          <a:p>
            <a:endParaRPr lang="en-US" dirty="0"/>
          </a:p>
          <a:p>
            <a:r>
              <a:rPr lang="en-US" dirty="0"/>
              <a:t>What would make things better to stay.</a:t>
            </a:r>
          </a:p>
          <a:p>
            <a:endParaRPr lang="en-US" dirty="0"/>
          </a:p>
          <a:p>
            <a:r>
              <a:rPr lang="en-US" dirty="0"/>
              <a:t>You need to define what is rewarding and satisfying for yourself.</a:t>
            </a:r>
          </a:p>
          <a:p>
            <a:endParaRPr lang="en-US" dirty="0"/>
          </a:p>
          <a:p>
            <a:r>
              <a:rPr lang="en-US" dirty="0"/>
              <a:t>Hardest, most important, you can brainstorm career ideas. Many jobs and career paths out there the more you search just like a google search.</a:t>
            </a:r>
          </a:p>
        </p:txBody>
      </p:sp>
    </p:spTree>
    <p:extLst>
      <p:ext uri="{BB962C8B-B14F-4D97-AF65-F5344CB8AC3E}">
        <p14:creationId xmlns:p14="http://schemas.microsoft.com/office/powerpoint/2010/main" val="6711680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E2129-4AE9-CF73-AC5E-7808C685A7F9}"/>
              </a:ext>
            </a:extLst>
          </p:cNvPr>
          <p:cNvSpPr>
            <a:spLocks noGrp="1"/>
          </p:cNvSpPr>
          <p:nvPr>
            <p:ph type="title"/>
          </p:nvPr>
        </p:nvSpPr>
        <p:spPr>
          <a:xfrm>
            <a:off x="3722960" y="0"/>
            <a:ext cx="10515600" cy="1325563"/>
          </a:xfrm>
        </p:spPr>
        <p:txBody>
          <a:bodyPr/>
          <a:lstStyle/>
          <a:p>
            <a:r>
              <a:rPr lang="en-US" dirty="0"/>
              <a:t>Define Fulfillment</a:t>
            </a:r>
          </a:p>
        </p:txBody>
      </p:sp>
      <p:sp>
        <p:nvSpPr>
          <p:cNvPr id="3" name="Content Placeholder 2">
            <a:extLst>
              <a:ext uri="{FF2B5EF4-FFF2-40B4-BE49-F238E27FC236}">
                <a16:creationId xmlns:a16="http://schemas.microsoft.com/office/drawing/2014/main" id="{8BC92DA7-9F37-FAA6-11CB-E69B3A3427F3}"/>
              </a:ext>
            </a:extLst>
          </p:cNvPr>
          <p:cNvSpPr>
            <a:spLocks noGrp="1"/>
          </p:cNvSpPr>
          <p:nvPr>
            <p:ph idx="1"/>
          </p:nvPr>
        </p:nvSpPr>
        <p:spPr>
          <a:xfrm>
            <a:off x="313727" y="1090393"/>
            <a:ext cx="11040073" cy="3083709"/>
          </a:xfrm>
        </p:spPr>
        <p:txBody>
          <a:bodyPr>
            <a:normAutofit fontScale="92500" lnSpcReduction="10000"/>
          </a:bodyPr>
          <a:lstStyle/>
          <a:p>
            <a:r>
              <a:rPr lang="en-US" dirty="0"/>
              <a:t>Define success</a:t>
            </a:r>
          </a:p>
          <a:p>
            <a:endParaRPr lang="en-US" dirty="0"/>
          </a:p>
          <a:p>
            <a:r>
              <a:rPr lang="en-US" dirty="0"/>
              <a:t>Identify interests – lose track of time hobbies, tv shows, common interests. </a:t>
            </a:r>
          </a:p>
          <a:p>
            <a:endParaRPr lang="en-US" dirty="0"/>
          </a:p>
          <a:p>
            <a:r>
              <a:rPr lang="en-US" dirty="0"/>
              <a:t>Ideal day at work – what qualities</a:t>
            </a:r>
          </a:p>
          <a:p>
            <a:endParaRPr lang="en-US" dirty="0"/>
          </a:p>
          <a:p>
            <a:r>
              <a:rPr lang="en-US" dirty="0"/>
              <a:t>Identify top 3 career values – Peak experience exercise. </a:t>
            </a:r>
          </a:p>
          <a:p>
            <a:endParaRPr lang="en-US" dirty="0"/>
          </a:p>
          <a:p>
            <a:endParaRPr lang="en-US" dirty="0"/>
          </a:p>
          <a:p>
            <a:endParaRPr lang="en-US" dirty="0"/>
          </a:p>
        </p:txBody>
      </p:sp>
      <p:sp>
        <p:nvSpPr>
          <p:cNvPr id="8" name="Rectangle 5">
            <a:extLst>
              <a:ext uri="{FF2B5EF4-FFF2-40B4-BE49-F238E27FC236}">
                <a16:creationId xmlns:a16="http://schemas.microsoft.com/office/drawing/2014/main" id="{07F75C50-3E0E-19CA-24C0-517D07CC78A4}"/>
              </a:ext>
            </a:extLst>
          </p:cNvPr>
          <p:cNvSpPr>
            <a:spLocks noChangeArrowheads="1"/>
          </p:cNvSpPr>
          <p:nvPr/>
        </p:nvSpPr>
        <p:spPr bwMode="auto">
          <a:xfrm>
            <a:off x="80344" y="3971836"/>
            <a:ext cx="11760945"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Recall peak experiences: You reflect on moments in your life when you felt most fulfilled, energized, or proud - both in professional and personal contexts.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Analyze these experiences: For each peak experience, you examine what specific aspects made it meaningful or satisfying.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Identify patterns: Look for common themes or elements across these experiences.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Extract values: Based on these patterns, determine the core values that seem most important to you in a career context.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Prioritize: From the values identified, select the top 3 that resonate most strongly with you. </a:t>
            </a:r>
          </a:p>
        </p:txBody>
      </p:sp>
    </p:spTree>
    <p:extLst>
      <p:ext uri="{BB962C8B-B14F-4D97-AF65-F5344CB8AC3E}">
        <p14:creationId xmlns:p14="http://schemas.microsoft.com/office/powerpoint/2010/main" val="40640733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6D8F3-81A2-8CBC-98E8-EC0B91E08442}"/>
              </a:ext>
            </a:extLst>
          </p:cNvPr>
          <p:cNvSpPr>
            <a:spLocks noGrp="1"/>
          </p:cNvSpPr>
          <p:nvPr>
            <p:ph type="title"/>
          </p:nvPr>
        </p:nvSpPr>
        <p:spPr/>
        <p:txBody>
          <a:bodyPr/>
          <a:lstStyle/>
          <a:p>
            <a:r>
              <a:rPr lang="en-US" dirty="0"/>
              <a:t>Review the ideal career model</a:t>
            </a:r>
          </a:p>
        </p:txBody>
      </p:sp>
      <p:sp>
        <p:nvSpPr>
          <p:cNvPr id="3" name="Content Placeholder 2">
            <a:extLst>
              <a:ext uri="{FF2B5EF4-FFF2-40B4-BE49-F238E27FC236}">
                <a16:creationId xmlns:a16="http://schemas.microsoft.com/office/drawing/2014/main" id="{3AE9B399-7634-8D16-EB18-76CD9B8686FC}"/>
              </a:ext>
            </a:extLst>
          </p:cNvPr>
          <p:cNvSpPr>
            <a:spLocks noGrp="1"/>
          </p:cNvSpPr>
          <p:nvPr>
            <p:ph idx="1"/>
          </p:nvPr>
        </p:nvSpPr>
        <p:spPr/>
        <p:txBody>
          <a:bodyPr>
            <a:normAutofit lnSpcReduction="10000"/>
          </a:bodyPr>
          <a:lstStyle/>
          <a:p>
            <a:r>
              <a:rPr lang="en-US" dirty="0"/>
              <a:t>Helps you be more objective and consider all necessary components of right fit.</a:t>
            </a:r>
          </a:p>
          <a:p>
            <a:r>
              <a:rPr lang="en-US" dirty="0"/>
              <a:t>Review each piece one by one, step by step.</a:t>
            </a:r>
          </a:p>
          <a:p>
            <a:endParaRPr lang="en-US" dirty="0"/>
          </a:p>
          <a:p>
            <a:r>
              <a:rPr lang="en-US" dirty="0"/>
              <a:t>Here are the pieces: Fulfillment, enjoyment, strengths, environment, education, experience, personality and compensation. </a:t>
            </a:r>
          </a:p>
          <a:p>
            <a:r>
              <a:rPr lang="en-US" dirty="0"/>
              <a:t>Fulfillment is the cornerstone to a satisfying career. Once you have fulfillment, the other pieces of the puzzle will fall more easily in place. </a:t>
            </a:r>
          </a:p>
        </p:txBody>
      </p:sp>
    </p:spTree>
    <p:extLst>
      <p:ext uri="{BB962C8B-B14F-4D97-AF65-F5344CB8AC3E}">
        <p14:creationId xmlns:p14="http://schemas.microsoft.com/office/powerpoint/2010/main" val="26883418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3F700-72D6-3DA7-AB1E-D940FC355C91}"/>
              </a:ext>
            </a:extLst>
          </p:cNvPr>
          <p:cNvSpPr>
            <a:spLocks noGrp="1"/>
          </p:cNvSpPr>
          <p:nvPr>
            <p:ph type="title"/>
          </p:nvPr>
        </p:nvSpPr>
        <p:spPr/>
        <p:txBody>
          <a:bodyPr/>
          <a:lstStyle/>
          <a:p>
            <a:r>
              <a:rPr lang="en-US" dirty="0"/>
              <a:t>Fulfillment</a:t>
            </a:r>
          </a:p>
        </p:txBody>
      </p:sp>
      <p:sp>
        <p:nvSpPr>
          <p:cNvPr id="3" name="Content Placeholder 2">
            <a:extLst>
              <a:ext uri="{FF2B5EF4-FFF2-40B4-BE49-F238E27FC236}">
                <a16:creationId xmlns:a16="http://schemas.microsoft.com/office/drawing/2014/main" id="{6FD13775-6B19-0408-BE48-5DAC3C6EB863}"/>
              </a:ext>
            </a:extLst>
          </p:cNvPr>
          <p:cNvSpPr>
            <a:spLocks noGrp="1"/>
          </p:cNvSpPr>
          <p:nvPr>
            <p:ph idx="1"/>
          </p:nvPr>
        </p:nvSpPr>
        <p:spPr/>
        <p:txBody>
          <a:bodyPr>
            <a:normAutofit fontScale="92500" lnSpcReduction="20000"/>
          </a:bodyPr>
          <a:lstStyle/>
          <a:p>
            <a:r>
              <a:rPr lang="en-US" dirty="0"/>
              <a:t>Sense of satisfaction, reward, excitement, organization aligned with your values. </a:t>
            </a:r>
          </a:p>
          <a:p>
            <a:r>
              <a:rPr lang="en-US" dirty="0"/>
              <a:t>Do you enjoy the majority of your tasks everyday? Critical piece, should be able to enjoy everyday tasks.</a:t>
            </a:r>
          </a:p>
          <a:p>
            <a:r>
              <a:rPr lang="en-US" dirty="0"/>
              <a:t>Top 5 strengths- are you leveraging those strengths.</a:t>
            </a:r>
          </a:p>
          <a:p>
            <a:r>
              <a:rPr lang="en-US" dirty="0"/>
              <a:t>Think about education, are you leveraging education and experience to your advantage.</a:t>
            </a:r>
          </a:p>
          <a:p>
            <a:r>
              <a:rPr lang="en-US" dirty="0"/>
              <a:t>Does your role and organization fit with your personality type? For example, I am more of a people type personality and spending long hours in a lab alone wasn’t for me.</a:t>
            </a:r>
          </a:p>
          <a:p>
            <a:r>
              <a:rPr lang="en-US" dirty="0"/>
              <a:t>Work environment- good fit or not, same thing or at a different place, also you need to be compensated accordingly. </a:t>
            </a:r>
          </a:p>
          <a:p>
            <a:endParaRPr lang="en-US" dirty="0"/>
          </a:p>
        </p:txBody>
      </p:sp>
    </p:spTree>
    <p:extLst>
      <p:ext uri="{BB962C8B-B14F-4D97-AF65-F5344CB8AC3E}">
        <p14:creationId xmlns:p14="http://schemas.microsoft.com/office/powerpoint/2010/main" val="36243464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3308B-0025-7A44-51B2-D3D92902F656}"/>
              </a:ext>
            </a:extLst>
          </p:cNvPr>
          <p:cNvSpPr>
            <a:spLocks noGrp="1"/>
          </p:cNvSpPr>
          <p:nvPr>
            <p:ph type="title"/>
          </p:nvPr>
        </p:nvSpPr>
        <p:spPr/>
        <p:txBody>
          <a:bodyPr/>
          <a:lstStyle/>
          <a:p>
            <a:r>
              <a:rPr lang="en-US" dirty="0"/>
              <a:t>Try a Career Assessment?</a:t>
            </a:r>
          </a:p>
        </p:txBody>
      </p:sp>
      <p:sp>
        <p:nvSpPr>
          <p:cNvPr id="3" name="Content Placeholder 2">
            <a:extLst>
              <a:ext uri="{FF2B5EF4-FFF2-40B4-BE49-F238E27FC236}">
                <a16:creationId xmlns:a16="http://schemas.microsoft.com/office/drawing/2014/main" id="{EDD0ADEC-76D3-CC80-1E13-B53528BAC22E}"/>
              </a:ext>
            </a:extLst>
          </p:cNvPr>
          <p:cNvSpPr>
            <a:spLocks noGrp="1"/>
          </p:cNvSpPr>
          <p:nvPr>
            <p:ph idx="1"/>
          </p:nvPr>
        </p:nvSpPr>
        <p:spPr/>
        <p:txBody>
          <a:bodyPr>
            <a:normAutofit lnSpcReduction="10000"/>
          </a:bodyPr>
          <a:lstStyle/>
          <a:p>
            <a:r>
              <a:rPr lang="en-US" dirty="0"/>
              <a:t>Career assessment is one piece to the puzzle. Maybe you have taken one before, the assessment may not have covered all the pieces of the model. May not consider compensation or work environment. </a:t>
            </a:r>
          </a:p>
          <a:p>
            <a:r>
              <a:rPr lang="en-US" dirty="0"/>
              <a:t>Doesn’t cover every piece</a:t>
            </a:r>
          </a:p>
          <a:p>
            <a:r>
              <a:rPr lang="en-US" dirty="0"/>
              <a:t>Managing risk? You might have to start a side business while still working full-time. Once your side business starts making as much as your full-time job or close to what your needs are you then might have to make a decision? Do I want to keep my fulltime job or go full force with this side gig. The side gig might be your company, it could create more fulfillment for your career needs!</a:t>
            </a:r>
          </a:p>
          <a:p>
            <a:endParaRPr lang="en-US" dirty="0"/>
          </a:p>
        </p:txBody>
      </p:sp>
    </p:spTree>
    <p:extLst>
      <p:ext uri="{BB962C8B-B14F-4D97-AF65-F5344CB8AC3E}">
        <p14:creationId xmlns:p14="http://schemas.microsoft.com/office/powerpoint/2010/main" val="11389026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8BF4C-6076-6EF0-5506-01B88CAA73DB}"/>
              </a:ext>
            </a:extLst>
          </p:cNvPr>
          <p:cNvSpPr>
            <a:spLocks noGrp="1"/>
          </p:cNvSpPr>
          <p:nvPr>
            <p:ph type="title"/>
          </p:nvPr>
        </p:nvSpPr>
        <p:spPr/>
        <p:txBody>
          <a:bodyPr/>
          <a:lstStyle/>
          <a:p>
            <a:r>
              <a:rPr lang="en-US" dirty="0"/>
              <a:t>Action Items </a:t>
            </a:r>
          </a:p>
        </p:txBody>
      </p:sp>
      <p:sp>
        <p:nvSpPr>
          <p:cNvPr id="3" name="Content Placeholder 2">
            <a:extLst>
              <a:ext uri="{FF2B5EF4-FFF2-40B4-BE49-F238E27FC236}">
                <a16:creationId xmlns:a16="http://schemas.microsoft.com/office/drawing/2014/main" id="{AB841BB6-4382-F598-EA4A-C77775682063}"/>
              </a:ext>
            </a:extLst>
          </p:cNvPr>
          <p:cNvSpPr>
            <a:spLocks noGrp="1"/>
          </p:cNvSpPr>
          <p:nvPr>
            <p:ph idx="1"/>
          </p:nvPr>
        </p:nvSpPr>
        <p:spPr/>
        <p:txBody>
          <a:bodyPr/>
          <a:lstStyle/>
          <a:p>
            <a:r>
              <a:rPr lang="en-US" dirty="0"/>
              <a:t>See how things go in 3-6 months, if your situation doesn’t approve start putting feelers out on LinkedIn and searching for other opportunities. </a:t>
            </a:r>
          </a:p>
          <a:p>
            <a:r>
              <a:rPr lang="en-US" dirty="0"/>
              <a:t>Set a deadline- work on resume.</a:t>
            </a:r>
          </a:p>
          <a:p>
            <a:r>
              <a:rPr lang="en-US" dirty="0"/>
              <a:t>Use </a:t>
            </a:r>
            <a:r>
              <a:rPr lang="en-US" dirty="0" err="1"/>
              <a:t>redflags</a:t>
            </a:r>
            <a:r>
              <a:rPr lang="en-US" dirty="0"/>
              <a:t> and overlay them with ideal career scenario. </a:t>
            </a:r>
          </a:p>
          <a:p>
            <a:r>
              <a:rPr lang="en-US" dirty="0"/>
              <a:t>Mid-life peak- try something on the side to see if it works out. Maybe do this at a different place that has more opportunity for growth. </a:t>
            </a:r>
          </a:p>
        </p:txBody>
      </p:sp>
    </p:spTree>
    <p:extLst>
      <p:ext uri="{BB962C8B-B14F-4D97-AF65-F5344CB8AC3E}">
        <p14:creationId xmlns:p14="http://schemas.microsoft.com/office/powerpoint/2010/main" val="26259272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161</TotalTime>
  <Words>1282</Words>
  <Application>Microsoft Office PowerPoint</Application>
  <PresentationFormat>Widescreen</PresentationFormat>
  <Paragraphs>121</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Aptos Display</vt:lpstr>
      <vt:lpstr>Arial</vt:lpstr>
      <vt:lpstr>Office Theme</vt:lpstr>
      <vt:lpstr>Am I In The Right Job </vt:lpstr>
      <vt:lpstr>Impact of changes in workplace…  Depends on how long have you not felt satisfied? Is it a passing phase?</vt:lpstr>
      <vt:lpstr>Agenda</vt:lpstr>
      <vt:lpstr>Why is career or job fit important?</vt:lpstr>
      <vt:lpstr>Why we get stuck? Can happen to anyone!</vt:lpstr>
      <vt:lpstr>Why important</vt:lpstr>
      <vt:lpstr>Good news</vt:lpstr>
      <vt:lpstr>Be Realistic</vt:lpstr>
      <vt:lpstr>8 Red Flags for Wrong Fit</vt:lpstr>
      <vt:lpstr>Results</vt:lpstr>
      <vt:lpstr>Define Fulfillment First</vt:lpstr>
      <vt:lpstr>Define Fulfillment</vt:lpstr>
      <vt:lpstr>Review the ideal career model</vt:lpstr>
      <vt:lpstr>Fulfillment</vt:lpstr>
      <vt:lpstr>Try a Career Assessment?</vt:lpstr>
      <vt:lpstr>Action Items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Bussan, Derek - REE-ARS</dc:creator>
  <cp:lastModifiedBy>Bussan, Derek - REE-ARS</cp:lastModifiedBy>
  <cp:revision>1</cp:revision>
  <dcterms:created xsi:type="dcterms:W3CDTF">2024-09-25T16:04:25Z</dcterms:created>
  <dcterms:modified xsi:type="dcterms:W3CDTF">2024-09-25T18:45:54Z</dcterms:modified>
</cp:coreProperties>
</file>