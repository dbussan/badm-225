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2" r:id="rId12"/>
    <p:sldId id="267" r:id="rId13"/>
    <p:sldId id="265" r:id="rId14"/>
    <p:sldId id="266" r:id="rId15"/>
    <p:sldId id="268" r:id="rId16"/>
    <p:sldId id="269" r:id="rId17"/>
    <p:sldId id="271" r:id="rId18"/>
    <p:sldId id="273" r:id="rId19"/>
    <p:sldId id="275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595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0FA0-2203-DE32-E072-ED47CC88F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A94D8D-C650-0C9A-ADFD-AD1E09565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D152A-5053-0E31-5E02-4BB860E48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9AC63-0098-49F9-9065-DE8D9A86F37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B4E38-4C11-2E22-44B1-F730AA406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89730-E715-AA3C-A0DA-CA0A0FB33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7B6B-9CC4-47A3-B900-D875D8C1B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76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9D3F0-096E-3C25-C48E-B174EC19B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50943-CB79-D1C6-38D2-3FC8C26AA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0E1C4-0492-3AFB-BFE2-8F5C4619F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9AC63-0098-49F9-9065-DE8D9A86F37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D35FB-DBC8-888C-399B-DBCDC7AD3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280B1-0025-1864-1CE7-ACEBC76FA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7B6B-9CC4-47A3-B900-D875D8C1B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814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D3D9B-893B-7D1F-E0B8-87C46B63D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54EC2-67CF-4783-E855-8CD7663E7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20357-3484-22B2-B6EC-53444CF0E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9AC63-0098-49F9-9065-DE8D9A86F37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B092E-3B0A-9D98-77D4-B8347957C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2CD11-13FE-3675-0269-3BAD061F3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7B6B-9CC4-47A3-B900-D875D8C1B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05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56CB1-4ECE-69C9-90E5-C63398A89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95C75-1630-067C-CA93-05EA27DC33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945E4-3578-DBA7-4FCC-123F9D42B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4D26F-1845-26F3-4BCD-2BDEFFC8B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9AC63-0098-49F9-9065-DE8D9A86F37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11356-E49F-E672-BB77-505D69117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95D2B-C976-D057-5819-FB5DF7E56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7B6B-9CC4-47A3-B900-D875D8C1B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825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662A2-5E9B-40AC-E5BC-3D032F659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56947-C7CB-5EB0-F7E6-29E806067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01B97-3D35-F489-F71F-3D6251849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47CCBD-A278-79A6-F143-97E2717ED9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67ED5A-5BFC-F9A5-D200-5FED1A16C8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D747E0-8C11-D08D-F8E4-8A4FE951C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9AC63-0098-49F9-9065-DE8D9A86F37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91EFB9-4183-6D3C-5799-C1173222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41C1C2-5675-F261-834D-ECDA949E5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7B6B-9CC4-47A3-B900-D875D8C1B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07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32E8-1F37-A0E4-4DD7-138C0A495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B7482F-016A-8558-8E4F-D1D1D82BF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9AC63-0098-49F9-9065-DE8D9A86F37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6D4DD-FB98-DD0F-A1FE-639DCFD12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84F69C-7E29-D218-1B07-F205A2BB4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7B6B-9CC4-47A3-B900-D875D8C1B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3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0B463-FAA1-47DF-8D2D-F408057E0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9AC63-0098-49F9-9065-DE8D9A86F37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D8C57E-FC21-A922-9A4E-B7C673C2B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A2DDD-E915-A05E-3D39-CBAEA8AD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7B6B-9CC4-47A3-B900-D875D8C1B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44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BFEDC-334F-C881-0AD0-8680DBAF6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FD246-25A6-DE0C-67FF-F9C375A9B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F808F5-EAF0-E636-23C9-827E8457E1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A0F4D-8C2C-9232-CDC6-B4E097F70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9AC63-0098-49F9-9065-DE8D9A86F37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BAEB3-3BDC-AA68-18A5-3DA3B9DC8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878770-776F-2238-98F9-99B13EBB9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7B6B-9CC4-47A3-B900-D875D8C1B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558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1ED03-FE86-7AB5-8055-65F09DE23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285C95-B7C8-9761-409E-BE1B3C5C5F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0F8B1-F5A2-5E6D-5B30-231253D4C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A68064-86D1-6616-0D34-6FA62F78E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9AC63-0098-49F9-9065-DE8D9A86F37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3419B-C01D-478C-5D0C-74D043167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10CB7-79E7-C25D-7296-C545202F4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7B6B-9CC4-47A3-B900-D875D8C1B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49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FA702-AAEC-2CE8-DDA3-5CC674EB1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C8AC79-46B8-76D3-B1C3-79823A3D1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C57F7-2C8A-3396-2105-62EF8665B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9AC63-0098-49F9-9065-DE8D9A86F37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61C74-5693-405F-12C5-251628A4F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BA8F3-C3AB-4B71-4ED0-29DDA27BF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7B6B-9CC4-47A3-B900-D875D8C1B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886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2D9580-7AC2-EA00-5616-E39D2CBE69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FDEF3-A722-B0C9-D58C-006BDFE43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F67F9-915D-1FDB-38B0-A1C51CD14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9AC63-0098-49F9-9065-DE8D9A86F37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8EFEB-4D75-EB0D-D605-45FA072B0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41F06-4658-FA2E-EE9C-2E66E503B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7B6B-9CC4-47A3-B900-D875D8C1B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068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95CACD-ABC5-8DB5-A788-F77E1626B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1C26A-2449-FD77-431A-E771F3371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A0A6A-6594-5FE4-E91C-42FB96B60B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99AC63-0098-49F9-9065-DE8D9A86F37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5EB71-A71A-08BF-D368-365287075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C0BE3-E67C-BE55-C2A2-8EDAB2A24D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5E7B6B-9CC4-47A3-B900-D875D8C1B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72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EFD6F-E4D1-137E-21D3-9AB8C6EB7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560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Leadership Under Pressure: Making Decisions When It’s Not Clean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C6388D-DC41-CA21-DC0C-7D970930A2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Quiet Conflict: The Unspoken Tension in Teams">
            <a:extLst>
              <a:ext uri="{FF2B5EF4-FFF2-40B4-BE49-F238E27FC236}">
                <a16:creationId xmlns:a16="http://schemas.microsoft.com/office/drawing/2014/main" id="{F1936851-4482-8DEF-D013-4F5770B67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939" y="2493203"/>
            <a:ext cx="5314122" cy="2989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3369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1C4E5-EC46-43EF-0902-E43F3FB7D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Core idea:</a:t>
            </a:r>
            <a:r>
              <a:rPr lang="en-US" dirty="0"/>
              <a:t> Leadership isn’t about perfect situations—it’s about acting when things are messy.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C10FE-4308-4908-A056-1B49466F4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 examples (missed deadlines, poor performance, conflict)</a:t>
            </a:r>
          </a:p>
          <a:p>
            <a:endParaRPr lang="en-US" dirty="0"/>
          </a:p>
          <a:p>
            <a:r>
              <a:rPr lang="en-US" dirty="0"/>
              <a:t>How do you separate facts vs emotion?</a:t>
            </a:r>
          </a:p>
          <a:p>
            <a:r>
              <a:rPr lang="en-US" dirty="0"/>
              <a:t>When to act vs when to wait? </a:t>
            </a:r>
          </a:p>
          <a:p>
            <a:r>
              <a:rPr lang="en-US" dirty="0"/>
              <a:t>Owning decisions even when unpopular? Schedules</a:t>
            </a:r>
          </a:p>
          <a:p>
            <a:endParaRPr lang="en-US" dirty="0"/>
          </a:p>
          <a:p>
            <a:r>
              <a:rPr lang="en-US" dirty="0"/>
              <a:t>Leadership is not about being liked—it’s about being responsible.</a:t>
            </a:r>
          </a:p>
        </p:txBody>
      </p:sp>
    </p:spTree>
    <p:extLst>
      <p:ext uri="{BB962C8B-B14F-4D97-AF65-F5344CB8AC3E}">
        <p14:creationId xmlns:p14="http://schemas.microsoft.com/office/powerpoint/2010/main" val="3829007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48251-CA85-21A4-1041-99B81F113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Situation I Had to Lead Through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E9ACAE-24E1-759B-98E3-2F3B72E7BB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9996" y="1478316"/>
            <a:ext cx="1049037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Missed deadlines / resistance / conflict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was at risk (mission, team, reputation)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it wasn’t straightforward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8909CD-D08B-8A2C-640D-BCCE33D573E3}"/>
              </a:ext>
            </a:extLst>
          </p:cNvPr>
          <p:cNvSpPr txBox="1"/>
          <p:nvPr/>
        </p:nvSpPr>
        <p:spPr>
          <a:xfrm>
            <a:off x="1354150" y="5908100"/>
            <a:ext cx="93262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There is no perfect answer—only a decision.</a:t>
            </a:r>
          </a:p>
        </p:txBody>
      </p:sp>
    </p:spTree>
    <p:extLst>
      <p:ext uri="{BB962C8B-B14F-4D97-AF65-F5344CB8AC3E}">
        <p14:creationId xmlns:p14="http://schemas.microsoft.com/office/powerpoint/2010/main" val="1996265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C41A5-5076-270E-1CD6-4D4D922EC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Individual Contributor to Leader: The Shift That Most People Miss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80C6A-6ED6-587E-EFFD-C34CFF90F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Newly Promoted Managers">
            <a:extLst>
              <a:ext uri="{FF2B5EF4-FFF2-40B4-BE49-F238E27FC236}">
                <a16:creationId xmlns:a16="http://schemas.microsoft.com/office/drawing/2014/main" id="{098A0E0F-298D-0826-38E1-5A31A9071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470" y="1855918"/>
            <a:ext cx="5476668" cy="4290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004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F85C3-51E8-CD92-18CF-07ECFD31A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Core idea:</a:t>
            </a:r>
            <a:r>
              <a:rPr lang="en-US" dirty="0"/>
              <a:t> What got you promoted will NOT make you a good leader.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5C2A3-F54B-7B27-ECDA-BA000164F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you cover:</a:t>
            </a:r>
            <a:endParaRPr lang="en-US" dirty="0"/>
          </a:p>
          <a:p>
            <a:r>
              <a:rPr lang="en-US" dirty="0"/>
              <a:t>Doing the work vs </a:t>
            </a:r>
            <a:r>
              <a:rPr lang="en-US" b="1" dirty="0"/>
              <a:t>getting work done through others</a:t>
            </a:r>
            <a:r>
              <a:rPr lang="en-US" dirty="0"/>
              <a:t> </a:t>
            </a:r>
          </a:p>
          <a:p>
            <a:r>
              <a:rPr lang="en-US" dirty="0"/>
              <a:t>Letting go of control </a:t>
            </a:r>
          </a:p>
          <a:p>
            <a:r>
              <a:rPr lang="en-US" dirty="0"/>
              <a:t>Delegation vs micromanagement </a:t>
            </a:r>
          </a:p>
          <a:p>
            <a:r>
              <a:rPr lang="en-US" dirty="0"/>
              <a:t>Trust and accountability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03A306-67E2-C61B-B298-729C8D588AE2}"/>
              </a:ext>
            </a:extLst>
          </p:cNvPr>
          <p:cNvSpPr txBox="1"/>
          <p:nvPr/>
        </p:nvSpPr>
        <p:spPr>
          <a:xfrm>
            <a:off x="503582" y="5189739"/>
            <a:ext cx="112643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you’re still doing everything yourself, you’re not leading—you’re bottlenecking.</a:t>
            </a:r>
          </a:p>
        </p:txBody>
      </p:sp>
    </p:spTree>
    <p:extLst>
      <p:ext uri="{BB962C8B-B14F-4D97-AF65-F5344CB8AC3E}">
        <p14:creationId xmlns:p14="http://schemas.microsoft.com/office/powerpoint/2010/main" val="643302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4A63D-FC55-6F10-95A4-EC588733B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Accountability: The One Trait That Separates Leaders from Everyone Else”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36F12-7FDB-B576-8AEF-0013B366F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Accountability in leadership: holding teams accountable — Lena Reinhard">
            <a:extLst>
              <a:ext uri="{FF2B5EF4-FFF2-40B4-BE49-F238E27FC236}">
                <a16:creationId xmlns:a16="http://schemas.microsoft.com/office/drawing/2014/main" id="{5308D131-F1ED-2A67-B21B-E06962A50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9104" y="1690688"/>
            <a:ext cx="773750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971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9D1C7-D096-E4B6-AB06-D7015E1F7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people avoid accountability—leaders don’t.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D1B588-ABB4-E882-C315-4F62A60338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6813" y="1690688"/>
            <a:ext cx="10918374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Setting clear expectations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Following through (even when uncomfortable)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Difference between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coaching vs discipline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inconsistency destroys teams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8E4B35-BD30-49F5-5E9A-56BA23386282}"/>
              </a:ext>
            </a:extLst>
          </p:cNvPr>
          <p:cNvSpPr txBox="1"/>
          <p:nvPr/>
        </p:nvSpPr>
        <p:spPr>
          <a:xfrm>
            <a:off x="1219201" y="5752307"/>
            <a:ext cx="87199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What you tolerate becomes your standard.</a:t>
            </a:r>
          </a:p>
        </p:txBody>
      </p:sp>
    </p:spTree>
    <p:extLst>
      <p:ext uri="{BB962C8B-B14F-4D97-AF65-F5344CB8AC3E}">
        <p14:creationId xmlns:p14="http://schemas.microsoft.com/office/powerpoint/2010/main" val="3694366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28881-E00E-E33C-108D-304F00EE7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High-Performance Team (Even When You Don’t Have Enough People)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BC30C-34CE-204A-535D-CB84EC248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How to Lead Effective Strategy Review Meetings: A Complete Guide |  ClearPoint Strategy Blog">
            <a:extLst>
              <a:ext uri="{FF2B5EF4-FFF2-40B4-BE49-F238E27FC236}">
                <a16:creationId xmlns:a16="http://schemas.microsoft.com/office/drawing/2014/main" id="{609BF2D8-5C78-C9C3-4DEB-188A93537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215" y="1970267"/>
            <a:ext cx="10515601" cy="4732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4561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08356-36CE-B0C5-0FB4-59E6DF68F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don’t need perfect resources to lead effectively.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6BE1ED-7FEF-8D2F-19E4-B57F9BE8B1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3501" y="1583926"/>
            <a:ext cx="11464998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Prioritization when understaffed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Protecting your best people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Eliminating low-value work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Creating momentum despite constraints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7E6FAC-68E9-9E78-2FF1-FB0532A91EA1}"/>
              </a:ext>
            </a:extLst>
          </p:cNvPr>
          <p:cNvSpPr txBox="1"/>
          <p:nvPr/>
        </p:nvSpPr>
        <p:spPr>
          <a:xfrm>
            <a:off x="742120" y="5480383"/>
            <a:ext cx="102439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You don’t rise to the level of your resources—you rise to the level of your leadership.</a:t>
            </a:r>
          </a:p>
        </p:txBody>
      </p:sp>
    </p:spTree>
    <p:extLst>
      <p:ext uri="{BB962C8B-B14F-4D97-AF65-F5344CB8AC3E}">
        <p14:creationId xmlns:p14="http://schemas.microsoft.com/office/powerpoint/2010/main" val="215681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3A22-17B1-9020-FF6C-BC9491C61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Career Strategy: How to Position Yourself for Leadership Roles Early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06532-7A8A-44B9-BB9C-AF0587AD1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Mentorship Advice: Unlocking Career Growth Potential - IEEE Spectrum">
            <a:extLst>
              <a:ext uri="{FF2B5EF4-FFF2-40B4-BE49-F238E27FC236}">
                <a16:creationId xmlns:a16="http://schemas.microsoft.com/office/drawing/2014/main" id="{31B80DE1-C1DB-D0EA-3D06-F53E97692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539" y="1803039"/>
            <a:ext cx="8341209" cy="4689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438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59183-0E3E-DBC5-DD98-5E314823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Happens When You Don’t Enforce Standards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37CBA0-4751-CBAF-9AA3-68C48F6C9F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2759" y="1690688"/>
            <a:ext cx="1106104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missed expectation → becomes a pattern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Others notice immediately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 credibility drops—not theirs </a:t>
            </a:r>
          </a:p>
        </p:txBody>
      </p:sp>
    </p:spTree>
    <p:extLst>
      <p:ext uri="{BB962C8B-B14F-4D97-AF65-F5344CB8AC3E}">
        <p14:creationId xmlns:p14="http://schemas.microsoft.com/office/powerpoint/2010/main" val="4134715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C64E7-B5C6-49C6-5B37-8459A4E06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0EDCE-BAE0-DAB6-FA18-90CA84712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 descr="Career Development Planning: Your 3-Step Ultimate Guide">
            <a:extLst>
              <a:ext uri="{FF2B5EF4-FFF2-40B4-BE49-F238E27FC236}">
                <a16:creationId xmlns:a16="http://schemas.microsoft.com/office/drawing/2014/main" id="{57A4A4B7-539C-5108-EC42-33B79EB1A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763" y="0"/>
            <a:ext cx="60848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0606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FF584-746D-48A0-82DE-6D7756D74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50672-7F04-8DE4-77AF-DA6B9FC35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Is the career ladder still relevant? - TestGorilla">
            <a:extLst>
              <a:ext uri="{FF2B5EF4-FFF2-40B4-BE49-F238E27FC236}">
                <a16:creationId xmlns:a16="http://schemas.microsoft.com/office/drawing/2014/main" id="{6E55D563-8414-93A2-1F03-0868CAA22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5295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87B2E-FBEF-29E9-6778-34B2B467A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3CF82-B222-6B05-0E9E-B77E86606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 descr="A collection of over 30 career paths">
            <a:extLst>
              <a:ext uri="{FF2B5EF4-FFF2-40B4-BE49-F238E27FC236}">
                <a16:creationId xmlns:a16="http://schemas.microsoft.com/office/drawing/2014/main" id="{66806A06-F250-26C8-FCBD-DAEE89EC5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5" y="457200"/>
            <a:ext cx="828675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8503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548D0-C610-AFB3-624C-C81DC2669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Leadership starts long before the title.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A16527-C8F5-698E-172F-193786F195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0148" y="1517666"/>
            <a:ext cx="1037175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Visibility vs just doing your job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Taking ownership early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Building relationships strategically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Saying yes to the right opportunities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1648CA-48E0-2D05-27BF-76A44F09B2A7}"/>
              </a:ext>
            </a:extLst>
          </p:cNvPr>
          <p:cNvSpPr txBox="1"/>
          <p:nvPr/>
        </p:nvSpPr>
        <p:spPr>
          <a:xfrm>
            <a:off x="763656" y="5455585"/>
            <a:ext cx="1066468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Your career doesn’t move because you work hard—it moves because you position yourself.</a:t>
            </a:r>
          </a:p>
        </p:txBody>
      </p:sp>
    </p:spTree>
    <p:extLst>
      <p:ext uri="{BB962C8B-B14F-4D97-AF65-F5344CB8AC3E}">
        <p14:creationId xmlns:p14="http://schemas.microsoft.com/office/powerpoint/2010/main" val="1877354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34936-A129-A1D9-7EC8-FD294EFC6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 Make Decisions When It’s Not Clean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2E7A5E-49EF-918D-96DB-2D37DE762B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2427" y="1515096"/>
            <a:ext cx="1054968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Facts vs narratives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Mission vs personality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Short-term discomfort vs long-term standard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 vs delay (what happens if I do nothing?) </a:t>
            </a:r>
          </a:p>
        </p:txBody>
      </p:sp>
    </p:spTree>
    <p:extLst>
      <p:ext uri="{BB962C8B-B14F-4D97-AF65-F5344CB8AC3E}">
        <p14:creationId xmlns:p14="http://schemas.microsoft.com/office/powerpoint/2010/main" val="218195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23D6F-E6B3-3C47-A348-6BA99269B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Weak Leadership Looks Like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F2D9B3-2F15-FA9F-3773-475BB438B6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4373" y="1528348"/>
            <a:ext cx="10777309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Avoids hard conversations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Changes standards depending on the person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Let’s 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deadlines slide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Tries to be liked instead of respected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EAB18-05E8-1A24-2F9B-BCE82B31E8D9}"/>
              </a:ext>
            </a:extLst>
          </p:cNvPr>
          <p:cNvSpPr txBox="1"/>
          <p:nvPr/>
        </p:nvSpPr>
        <p:spPr>
          <a:xfrm>
            <a:off x="273313" y="5323061"/>
            <a:ext cx="1097942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Most leadership failure isn’t lack of knowledge—it’s avoidance.</a:t>
            </a:r>
          </a:p>
        </p:txBody>
      </p:sp>
    </p:spTree>
    <p:extLst>
      <p:ext uri="{BB962C8B-B14F-4D97-AF65-F5344CB8AC3E}">
        <p14:creationId xmlns:p14="http://schemas.microsoft.com/office/powerpoint/2010/main" val="4261510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A4D3-0977-8267-640D-91E193FFB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First Leadership Test Will Look Like This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0BA8E0-F65F-841E-1CA7-4B85F702F6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8551" y="1690688"/>
            <a:ext cx="10745249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peer not pulling their weight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group project going sideways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boss avoiding decisions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Being asked to step up when no one else will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ACAFF8-D042-54FF-438B-9D1DB37CF68C}"/>
              </a:ext>
            </a:extLst>
          </p:cNvPr>
          <p:cNvSpPr txBox="1"/>
          <p:nvPr/>
        </p:nvSpPr>
        <p:spPr>
          <a:xfrm>
            <a:off x="357808" y="5224655"/>
            <a:ext cx="1119808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Leadership doesn’t start when you get a title—it starts when you act.</a:t>
            </a:r>
          </a:p>
        </p:txBody>
      </p:sp>
    </p:spTree>
    <p:extLst>
      <p:ext uri="{BB962C8B-B14F-4D97-AF65-F5344CB8AC3E}">
        <p14:creationId xmlns:p14="http://schemas.microsoft.com/office/powerpoint/2010/main" val="746881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C38A7-4349-ADC3-E966-FE31639A0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Reality of Leadership Roles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EA8251-1D09-73CB-F240-1284A77061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1365" y="1120676"/>
            <a:ext cx="1211902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leaders are promoted too early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avoid conflict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teams fail due to people issues—not technical ones </a:t>
            </a:r>
          </a:p>
        </p:txBody>
      </p:sp>
    </p:spTree>
    <p:extLst>
      <p:ext uri="{BB962C8B-B14F-4D97-AF65-F5344CB8AC3E}">
        <p14:creationId xmlns:p14="http://schemas.microsoft.com/office/powerpoint/2010/main" val="2081036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06FCF-DC83-BB87-1D48-C303F69EC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43F5F-DE92-3C8E-2CC6-5DF78FA01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You will be tested as a leader long before you’re ready.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In those moments, people won’t remember what you said they’ll remember what you allowed.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885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519</Words>
  <Application>Microsoft Office PowerPoint</Application>
  <PresentationFormat>Widescreen</PresentationFormat>
  <Paragraphs>81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Times New Roman</vt:lpstr>
      <vt:lpstr>Office Theme</vt:lpstr>
      <vt:lpstr>Leadership Under Pressure: Making Decisions When It’s Not Clean</vt:lpstr>
      <vt:lpstr>Core idea: Leadership isn’t about perfect situations—it’s about acting when things are messy.</vt:lpstr>
      <vt:lpstr>A Situation I Had to Lead Through</vt:lpstr>
      <vt:lpstr>From Individual Contributor to Leader: The Shift That Most People Miss</vt:lpstr>
      <vt:lpstr>Core idea: What got you promoted will NOT make you a good leader. </vt:lpstr>
      <vt:lpstr>Accountability: The One Trait That Separates Leaders from Everyone Else”</vt:lpstr>
      <vt:lpstr>Most people avoid accountability—leaders don’t.</vt:lpstr>
      <vt:lpstr>Building a High-Performance Team (Even When You Don’t Have Enough People)</vt:lpstr>
      <vt:lpstr>You don’t need perfect resources to lead effectively.</vt:lpstr>
      <vt:lpstr>Career Strategy: How to Position Yourself for Leadership Roles Early</vt:lpstr>
      <vt:lpstr>What Happens When You Don’t Enforce Standards</vt:lpstr>
      <vt:lpstr>PowerPoint Presentation</vt:lpstr>
      <vt:lpstr>PowerPoint Presentation</vt:lpstr>
      <vt:lpstr>PowerPoint Presentation</vt:lpstr>
      <vt:lpstr>Leadership starts long before the title.</vt:lpstr>
      <vt:lpstr>How I Make Decisions When It’s Not Clean</vt:lpstr>
      <vt:lpstr>What Weak Leadership Looks Like</vt:lpstr>
      <vt:lpstr>Your First Leadership Test Will Look Like This</vt:lpstr>
      <vt:lpstr>Reality of Leadership Roles</vt:lpstr>
      <vt:lpstr>Final Thoughts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Derek Bussan</dc:creator>
  <cp:lastModifiedBy>Derek Bussan</cp:lastModifiedBy>
  <cp:revision>7</cp:revision>
  <dcterms:created xsi:type="dcterms:W3CDTF">2026-03-25T02:52:25Z</dcterms:created>
  <dcterms:modified xsi:type="dcterms:W3CDTF">2026-03-25T23:29:09Z</dcterms:modified>
</cp:coreProperties>
</file>