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67"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94660"/>
  </p:normalViewPr>
  <p:slideViewPr>
    <p:cSldViewPr snapToGrid="0">
      <p:cViewPr varScale="1">
        <p:scale>
          <a:sx n="95" d="100"/>
          <a:sy n="95" d="100"/>
        </p:scale>
        <p:origin x="52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94F7-0E3E-563E-97D8-B2663BE918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8B2A5B-3F01-4484-B7DE-4C07283059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1A6D47-58A2-7E88-DB74-1756C0DFFFD0}"/>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231E76AF-6768-C496-3DB0-FBC91B9EB1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43734-00A2-253C-54D3-BF23414C567D}"/>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2576249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6144-84E1-BB7D-0CA1-31BC54C2B9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3E49A-B87D-779B-9E29-0B96F6CABE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F8264-9DC9-1CF4-29F7-7DB1CBBA631C}"/>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597D40F6-9843-F7A5-97DD-7B6D7EFE5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485CB1-5596-220A-F0B0-43E9C90FBEC4}"/>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2577079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AA529-D188-AFB1-933E-51931908F7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773A37-FF33-E187-7D49-7C86567DD5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1DC74D-C6A5-7FEF-A2B3-C4E7321EF25D}"/>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6AD20564-C856-7289-2877-4E5F90598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722951-5A83-D18A-D1AE-957DBABCE50F}"/>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3816397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946F-67BA-97C9-A1C7-DC9BCBCBAC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09606-1564-67E6-FEED-31F47B6F66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B72763-C8BC-AD3A-8F9B-0F0D3AFDC9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75E79-02B2-03F4-7AAF-4E6F649DEFB7}"/>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6" name="Footer Placeholder 5">
            <a:extLst>
              <a:ext uri="{FF2B5EF4-FFF2-40B4-BE49-F238E27FC236}">
                <a16:creationId xmlns:a16="http://schemas.microsoft.com/office/drawing/2014/main" id="{C933316D-B37D-731C-B8F0-35724AAFA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21D31-EE28-FFF0-DBAC-7EBC791A4701}"/>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1899442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68EC-0B2F-728F-C726-5C3D5E3D27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AB7A04-779C-592A-8AF6-FEE9DC03E2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94AFBC-24B2-6ECA-6F1C-65D4EF447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F4D1C0-6238-B922-B492-9C1CFDFCC2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4BFA16-872C-D0EF-F0B8-D1C2C31E80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4796E5-23A4-E6E8-4543-309C8F14375D}"/>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8" name="Footer Placeholder 7">
            <a:extLst>
              <a:ext uri="{FF2B5EF4-FFF2-40B4-BE49-F238E27FC236}">
                <a16:creationId xmlns:a16="http://schemas.microsoft.com/office/drawing/2014/main" id="{C35B11C3-A26E-237F-9743-DB17ACC6F8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5879B1-B22F-3165-3300-07CAB49CE53B}"/>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3794835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CF30-7D3F-D882-0D83-9F07698C45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07DA96-B0E6-5FFE-A007-D4884CC57CB7}"/>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4" name="Footer Placeholder 3">
            <a:extLst>
              <a:ext uri="{FF2B5EF4-FFF2-40B4-BE49-F238E27FC236}">
                <a16:creationId xmlns:a16="http://schemas.microsoft.com/office/drawing/2014/main" id="{A13EC997-D581-E7B6-B832-B6A418B861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6AEBE6-2390-EDFF-3214-40AAF0ED5FC6}"/>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2172384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31BAD9-F965-6923-E603-671EA6864803}"/>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3" name="Footer Placeholder 2">
            <a:extLst>
              <a:ext uri="{FF2B5EF4-FFF2-40B4-BE49-F238E27FC236}">
                <a16:creationId xmlns:a16="http://schemas.microsoft.com/office/drawing/2014/main" id="{22280BE5-BF41-1915-EA6D-C12499ACEC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5F57-B8C6-0B78-A57D-63E94ECBC200}"/>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92840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A383-3636-8A91-1157-D7005DA45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254D7F-8044-AF5E-FC97-54F84979E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A5442B-6FD7-B7B4-4C60-9A305EABE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D0024-2D2D-C36A-9076-D2C3968CA0F5}"/>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6" name="Footer Placeholder 5">
            <a:extLst>
              <a:ext uri="{FF2B5EF4-FFF2-40B4-BE49-F238E27FC236}">
                <a16:creationId xmlns:a16="http://schemas.microsoft.com/office/drawing/2014/main" id="{4DC3C541-07F7-EEF2-8FC8-D02892259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8DDC40-261F-4309-81A5-80CC4B22909A}"/>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3040564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A9A8-6688-DF3D-8E86-9DFA789BDE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793A18-E406-D5CE-3CB0-43A9B23D2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3CF8E2-A3DB-8B7A-EE74-E5D6BC9BC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434837-A1FC-1067-4E8F-4CC55CC0BDE4}"/>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6" name="Footer Placeholder 5">
            <a:extLst>
              <a:ext uri="{FF2B5EF4-FFF2-40B4-BE49-F238E27FC236}">
                <a16:creationId xmlns:a16="http://schemas.microsoft.com/office/drawing/2014/main" id="{5708A69F-B472-3678-CF91-D89FC27E48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D99EB-05CD-8169-51EC-C2A613DDAE8D}"/>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35985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4D84-5B20-6CCE-2868-664707DF55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096EC5-A59A-A45A-276A-F9C59DA59D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63EC3-DEDA-BE98-6ADC-8C6CD980DE69}"/>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EB88B77D-7C06-D035-E151-6D2CFD8F9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1CD82-702A-4CFF-8467-3E0C4E517BE6}"/>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827995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A95E33-C3FD-74F8-506C-8B77BDD88B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62134B-02AA-6B1E-C31D-88DD156DE4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2F290-C6EA-7998-F793-BFE5F9F7E85E}"/>
              </a:ext>
            </a:extLst>
          </p:cNvPr>
          <p:cNvSpPr>
            <a:spLocks noGrp="1"/>
          </p:cNvSpPr>
          <p:nvPr>
            <p:ph type="dt" sz="half" idx="10"/>
          </p:nvPr>
        </p:nvSpPr>
        <p:spPr/>
        <p:txBody>
          <a:body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204B9DD4-E8A7-99E6-D4B1-E1456BA9E2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7FC06B-A689-11C5-2EB3-6B60C07DC11A}"/>
              </a:ext>
            </a:extLst>
          </p:cNvPr>
          <p:cNvSpPr>
            <a:spLocks noGrp="1"/>
          </p:cNvSpPr>
          <p:nvPr>
            <p:ph type="sldNum" sz="quarter" idx="12"/>
          </p:nvPr>
        </p:nvSpPr>
        <p:spPr/>
        <p:txBody>
          <a:bodyPr/>
          <a:lstStyle/>
          <a:p>
            <a:fld id="{37B545D0-407C-48FB-8B5A-E89776145B04}" type="slidenum">
              <a:rPr lang="en-US" smtClean="0"/>
              <a:t>‹#›</a:t>
            </a:fld>
            <a:endParaRPr lang="en-US"/>
          </a:p>
        </p:txBody>
      </p:sp>
    </p:spTree>
    <p:extLst>
      <p:ext uri="{BB962C8B-B14F-4D97-AF65-F5344CB8AC3E}">
        <p14:creationId xmlns:p14="http://schemas.microsoft.com/office/powerpoint/2010/main" val="1526983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182CC2-91E4-C5CB-A3AD-68B174C2F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5024C-A097-606E-D4D5-B06492FDC7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87A44-692E-58DB-3F8D-F997439611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9CAE23-1AE4-4C08-B0F0-DD29B3C0A6E2}" type="datetimeFigureOut">
              <a:rPr lang="en-US" smtClean="0"/>
              <a:t>4/6/2025</a:t>
            </a:fld>
            <a:endParaRPr lang="en-US"/>
          </a:p>
        </p:txBody>
      </p:sp>
      <p:sp>
        <p:nvSpPr>
          <p:cNvPr id="5" name="Footer Placeholder 4">
            <a:extLst>
              <a:ext uri="{FF2B5EF4-FFF2-40B4-BE49-F238E27FC236}">
                <a16:creationId xmlns:a16="http://schemas.microsoft.com/office/drawing/2014/main" id="{6FA83D63-5E3A-2014-8558-F858E23016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52241B-7D5D-9852-E1EE-B7A4121ED4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B545D0-407C-48FB-8B5A-E89776145B04}" type="slidenum">
              <a:rPr lang="en-US" smtClean="0"/>
              <a:t>‹#›</a:t>
            </a:fld>
            <a:endParaRPr lang="en-US"/>
          </a:p>
        </p:txBody>
      </p:sp>
    </p:spTree>
    <p:extLst>
      <p:ext uri="{BB962C8B-B14F-4D97-AF65-F5344CB8AC3E}">
        <p14:creationId xmlns:p14="http://schemas.microsoft.com/office/powerpoint/2010/main" val="4047436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F0FE4-7C1B-9799-0587-BFEEF73CA006}"/>
              </a:ext>
            </a:extLst>
          </p:cNvPr>
          <p:cNvSpPr>
            <a:spLocks noGrp="1"/>
          </p:cNvSpPr>
          <p:nvPr>
            <p:ph type="ctrTitle"/>
          </p:nvPr>
        </p:nvSpPr>
        <p:spPr/>
        <p:txBody>
          <a:bodyPr/>
          <a:lstStyle/>
          <a:p>
            <a:r>
              <a:rPr lang="en-US" dirty="0"/>
              <a:t>No Interviews, No Job Offers, Maybe try this?!</a:t>
            </a:r>
          </a:p>
        </p:txBody>
      </p:sp>
      <p:sp>
        <p:nvSpPr>
          <p:cNvPr id="3" name="Subtitle 2">
            <a:extLst>
              <a:ext uri="{FF2B5EF4-FFF2-40B4-BE49-F238E27FC236}">
                <a16:creationId xmlns:a16="http://schemas.microsoft.com/office/drawing/2014/main" id="{E0A95ADC-C7C9-AC72-3922-D83F1B7DB17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245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ere is the Field of Dreams Game located? Everything to know about MLB's  movie-inspired stadium | Sporting News">
            <a:extLst>
              <a:ext uri="{FF2B5EF4-FFF2-40B4-BE49-F238E27FC236}">
                <a16:creationId xmlns:a16="http://schemas.microsoft.com/office/drawing/2014/main" id="{4A953300-A94E-267C-AEB6-659377784842}"/>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4012E32-2B01-FA9F-8C41-FED72128FB02}"/>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Remember always to stay positive about yourself</a:t>
            </a:r>
          </a:p>
        </p:txBody>
      </p:sp>
      <p:sp>
        <p:nvSpPr>
          <p:cNvPr id="3" name="Content Placeholder 2">
            <a:extLst>
              <a:ext uri="{FF2B5EF4-FFF2-40B4-BE49-F238E27FC236}">
                <a16:creationId xmlns:a16="http://schemas.microsoft.com/office/drawing/2014/main" id="{236EA0D9-C471-68B8-1BB0-CC5E8D8A9B3E}"/>
              </a:ext>
            </a:extLst>
          </p:cNvPr>
          <p:cNvSpPr>
            <a:spLocks noGrp="1"/>
          </p:cNvSpPr>
          <p:nvPr>
            <p:ph idx="1"/>
          </p:nvPr>
        </p:nvSpPr>
        <p:spPr>
          <a:xfrm>
            <a:off x="1524000" y="4159404"/>
            <a:ext cx="9144000" cy="1098395"/>
          </a:xfrm>
        </p:spPr>
        <p:txBody>
          <a:bodyPr vert="horz" lIns="91440" tIns="45720" rIns="91440" bIns="45720" rtlCol="0">
            <a:normAutofit/>
          </a:bodyPr>
          <a:lstStyle/>
          <a:p>
            <a:pPr marL="0" indent="0" algn="ctr">
              <a:buNone/>
            </a:pPr>
            <a:r>
              <a:rPr lang="en-US" sz="2400">
                <a:solidFill>
                  <a:srgbClr val="FFFFFF"/>
                </a:solidFill>
              </a:rPr>
              <a:t>If you believe in yourself things can happen!</a:t>
            </a:r>
          </a:p>
        </p:txBody>
      </p:sp>
    </p:spTree>
    <p:extLst>
      <p:ext uri="{BB962C8B-B14F-4D97-AF65-F5344CB8AC3E}">
        <p14:creationId xmlns:p14="http://schemas.microsoft.com/office/powerpoint/2010/main" val="4243909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50DE3-1BE0-F8F0-9C30-2CBBB1A73A34}"/>
              </a:ext>
            </a:extLst>
          </p:cNvPr>
          <p:cNvSpPr>
            <a:spLocks noGrp="1"/>
          </p:cNvSpPr>
          <p:nvPr>
            <p:ph type="title"/>
          </p:nvPr>
        </p:nvSpPr>
        <p:spPr/>
        <p:txBody>
          <a:bodyPr/>
          <a:lstStyle/>
          <a:p>
            <a:r>
              <a:rPr lang="en-US" dirty="0"/>
              <a:t>You have value</a:t>
            </a:r>
          </a:p>
        </p:txBody>
      </p:sp>
      <p:sp>
        <p:nvSpPr>
          <p:cNvPr id="3" name="Content Placeholder 2">
            <a:extLst>
              <a:ext uri="{FF2B5EF4-FFF2-40B4-BE49-F238E27FC236}">
                <a16:creationId xmlns:a16="http://schemas.microsoft.com/office/drawing/2014/main" id="{8F60BF7B-9479-495F-D422-DC94543BE339}"/>
              </a:ext>
            </a:extLst>
          </p:cNvPr>
          <p:cNvSpPr>
            <a:spLocks noGrp="1"/>
          </p:cNvSpPr>
          <p:nvPr>
            <p:ph idx="1"/>
          </p:nvPr>
        </p:nvSpPr>
        <p:spPr/>
        <p:txBody>
          <a:bodyPr>
            <a:normAutofit fontScale="92500" lnSpcReduction="10000"/>
          </a:bodyPr>
          <a:lstStyle/>
          <a:p>
            <a:r>
              <a:rPr lang="en-US" dirty="0"/>
              <a:t>There are a lot of things you can do that greatly increase things happening for you.</a:t>
            </a:r>
          </a:p>
          <a:p>
            <a:endParaRPr lang="en-US" dirty="0"/>
          </a:p>
          <a:p>
            <a:r>
              <a:rPr lang="en-US" dirty="0"/>
              <a:t>First look at your applications, be sure to customize your resume to every job you apply for.</a:t>
            </a:r>
          </a:p>
          <a:p>
            <a:endParaRPr lang="en-US" dirty="0"/>
          </a:p>
          <a:p>
            <a:r>
              <a:rPr lang="en-US" dirty="0"/>
              <a:t>Overabundance of competition, you have to be a pretty close match. Your application is probably going through an </a:t>
            </a:r>
            <a:r>
              <a:rPr lang="en-US" dirty="0" err="1"/>
              <a:t>an</a:t>
            </a:r>
            <a:r>
              <a:rPr lang="en-US" dirty="0"/>
              <a:t> AI system. </a:t>
            </a:r>
          </a:p>
          <a:p>
            <a:endParaRPr lang="en-US" dirty="0"/>
          </a:p>
          <a:p>
            <a:r>
              <a:rPr lang="en-US" dirty="0"/>
              <a:t>Make sure you use the same lingo and terminology</a:t>
            </a:r>
          </a:p>
        </p:txBody>
      </p:sp>
    </p:spTree>
    <p:extLst>
      <p:ext uri="{BB962C8B-B14F-4D97-AF65-F5344CB8AC3E}">
        <p14:creationId xmlns:p14="http://schemas.microsoft.com/office/powerpoint/2010/main" val="949983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40EE1-4E53-5CC8-C232-846701980B94}"/>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DE8B8BA-95AD-C57B-492C-FDC8CEBB998F}"/>
              </a:ext>
            </a:extLst>
          </p:cNvPr>
          <p:cNvSpPr>
            <a:spLocks noGrp="1"/>
          </p:cNvSpPr>
          <p:nvPr>
            <p:ph idx="1"/>
          </p:nvPr>
        </p:nvSpPr>
        <p:spPr/>
        <p:txBody>
          <a:bodyPr/>
          <a:lstStyle/>
          <a:p>
            <a:r>
              <a:rPr lang="en-US" dirty="0"/>
              <a:t>You work one place they call it supervisory experience, another place calls it frontline management experience. </a:t>
            </a:r>
          </a:p>
          <a:p>
            <a:endParaRPr lang="en-US" dirty="0"/>
          </a:p>
          <a:p>
            <a:r>
              <a:rPr lang="en-US" dirty="0"/>
              <a:t>Give the job what they want, if they say you need frontline management experience, and you were a supervisor make sure you have frontline management experience in your resume. </a:t>
            </a:r>
          </a:p>
          <a:p>
            <a:endParaRPr lang="en-US" dirty="0"/>
          </a:p>
        </p:txBody>
      </p:sp>
    </p:spTree>
    <p:extLst>
      <p:ext uri="{BB962C8B-B14F-4D97-AF65-F5344CB8AC3E}">
        <p14:creationId xmlns:p14="http://schemas.microsoft.com/office/powerpoint/2010/main" val="1506875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E22D-04D6-123D-1D84-C46672522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2A526-90CD-A4C1-9336-9CE2808DF206}"/>
              </a:ext>
            </a:extLst>
          </p:cNvPr>
          <p:cNvSpPr>
            <a:spLocks noGrp="1"/>
          </p:cNvSpPr>
          <p:nvPr>
            <p:ph type="title"/>
          </p:nvPr>
        </p:nvSpPr>
        <p:spPr/>
        <p:txBody>
          <a:bodyPr/>
          <a:lstStyle/>
          <a:p>
            <a:r>
              <a:rPr lang="en-US" dirty="0"/>
              <a:t>USE  AI</a:t>
            </a:r>
          </a:p>
        </p:txBody>
      </p:sp>
      <p:sp>
        <p:nvSpPr>
          <p:cNvPr id="3" name="Content Placeholder 2">
            <a:extLst>
              <a:ext uri="{FF2B5EF4-FFF2-40B4-BE49-F238E27FC236}">
                <a16:creationId xmlns:a16="http://schemas.microsoft.com/office/drawing/2014/main" id="{5995342B-CFA3-B2E4-E32C-C22E11483E3C}"/>
              </a:ext>
            </a:extLst>
          </p:cNvPr>
          <p:cNvSpPr>
            <a:spLocks noGrp="1"/>
          </p:cNvSpPr>
          <p:nvPr>
            <p:ph idx="1"/>
          </p:nvPr>
        </p:nvSpPr>
        <p:spPr/>
        <p:txBody>
          <a:bodyPr>
            <a:normAutofit fontScale="92500" lnSpcReduction="10000"/>
          </a:bodyPr>
          <a:lstStyle/>
          <a:p>
            <a:r>
              <a:rPr lang="en-US" dirty="0"/>
              <a:t>USE AI to help you out! Everyone has access to a bunch of different chatbots. </a:t>
            </a:r>
          </a:p>
          <a:p>
            <a:endParaRPr lang="en-US" dirty="0"/>
          </a:p>
          <a:p>
            <a:r>
              <a:rPr lang="en-US" dirty="0"/>
              <a:t>Go to prompt copy and paste your resume into the chatbot, and copy and paste the job posting in the chatbot. Then give it a prompt asking for the chatbot to use the terminology within the job posting to enhance my resume.</a:t>
            </a:r>
          </a:p>
          <a:p>
            <a:endParaRPr lang="en-US" dirty="0"/>
          </a:p>
          <a:p>
            <a:r>
              <a:rPr lang="en-US" dirty="0"/>
              <a:t>Now you have a tailored resume. Please look over this though, as chatbots can leave weird words and statements-This is your job as an applicant to make sure the chatbot outputs what you want.</a:t>
            </a:r>
          </a:p>
        </p:txBody>
      </p:sp>
    </p:spTree>
    <p:extLst>
      <p:ext uri="{BB962C8B-B14F-4D97-AF65-F5344CB8AC3E}">
        <p14:creationId xmlns:p14="http://schemas.microsoft.com/office/powerpoint/2010/main" val="549060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6BEC-71A8-1C53-4675-FBA4FD395614}"/>
              </a:ext>
            </a:extLst>
          </p:cNvPr>
          <p:cNvSpPr>
            <a:spLocks noGrp="1"/>
          </p:cNvSpPr>
          <p:nvPr>
            <p:ph type="title"/>
          </p:nvPr>
        </p:nvSpPr>
        <p:spPr/>
        <p:txBody>
          <a:bodyPr/>
          <a:lstStyle/>
          <a:p>
            <a:r>
              <a:rPr lang="en-US" dirty="0"/>
              <a:t>You go to a lot of interviews but no offers?</a:t>
            </a:r>
          </a:p>
        </p:txBody>
      </p:sp>
      <p:sp>
        <p:nvSpPr>
          <p:cNvPr id="3" name="Content Placeholder 2">
            <a:extLst>
              <a:ext uri="{FF2B5EF4-FFF2-40B4-BE49-F238E27FC236}">
                <a16:creationId xmlns:a16="http://schemas.microsoft.com/office/drawing/2014/main" id="{2E42903E-F977-575E-AD3A-96DFC7095BD1}"/>
              </a:ext>
            </a:extLst>
          </p:cNvPr>
          <p:cNvSpPr>
            <a:spLocks noGrp="1"/>
          </p:cNvSpPr>
          <p:nvPr>
            <p:ph idx="1"/>
          </p:nvPr>
        </p:nvSpPr>
        <p:spPr/>
        <p:txBody>
          <a:bodyPr>
            <a:normAutofit fontScale="77500" lnSpcReduction="20000"/>
          </a:bodyPr>
          <a:lstStyle/>
          <a:p>
            <a:r>
              <a:rPr lang="en-US" dirty="0"/>
              <a:t>Go to a professional careers coach for a one session for a mock interview and get their feedback. This can be worth a lot of money. </a:t>
            </a:r>
          </a:p>
          <a:p>
            <a:endParaRPr lang="en-US" dirty="0"/>
          </a:p>
          <a:p>
            <a:r>
              <a:rPr lang="en-US" dirty="0"/>
              <a:t>Try some of these corrections at your next interview.</a:t>
            </a:r>
          </a:p>
          <a:p>
            <a:endParaRPr lang="en-US" dirty="0"/>
          </a:p>
          <a:p>
            <a:r>
              <a:rPr lang="en-US" dirty="0"/>
              <a:t>Do mock interviews even with family members. Have someone be the interviewer and you are the interviewee. </a:t>
            </a:r>
          </a:p>
          <a:p>
            <a:endParaRPr lang="en-US" dirty="0"/>
          </a:p>
          <a:p>
            <a:r>
              <a:rPr lang="en-US" dirty="0"/>
              <a:t>The more you practice just like in baseball the better you will get. I can attest this to umpiring even. The more you umpire in front of a big crowd and see more scenarios the better you get.</a:t>
            </a:r>
          </a:p>
          <a:p>
            <a:endParaRPr lang="en-US" dirty="0"/>
          </a:p>
          <a:p>
            <a:r>
              <a:rPr lang="en-US" dirty="0"/>
              <a:t>This same principle applies to interviewing</a:t>
            </a:r>
          </a:p>
        </p:txBody>
      </p:sp>
    </p:spTree>
    <p:extLst>
      <p:ext uri="{BB962C8B-B14F-4D97-AF65-F5344CB8AC3E}">
        <p14:creationId xmlns:p14="http://schemas.microsoft.com/office/powerpoint/2010/main" val="41405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A0587-44FD-793B-0779-9A355ACF64F3}"/>
              </a:ext>
            </a:extLst>
          </p:cNvPr>
          <p:cNvSpPr>
            <a:spLocks noGrp="1"/>
          </p:cNvSpPr>
          <p:nvPr>
            <p:ph type="title"/>
          </p:nvPr>
        </p:nvSpPr>
        <p:spPr/>
        <p:txBody>
          <a:bodyPr/>
          <a:lstStyle/>
          <a:p>
            <a:r>
              <a:rPr lang="en-US" dirty="0"/>
              <a:t>Here is a question</a:t>
            </a:r>
          </a:p>
        </p:txBody>
      </p:sp>
      <p:sp>
        <p:nvSpPr>
          <p:cNvPr id="3" name="Content Placeholder 2">
            <a:extLst>
              <a:ext uri="{FF2B5EF4-FFF2-40B4-BE49-F238E27FC236}">
                <a16:creationId xmlns:a16="http://schemas.microsoft.com/office/drawing/2014/main" id="{8D9C412E-AA3D-C30B-20BA-D36A2C5B9BE6}"/>
              </a:ext>
            </a:extLst>
          </p:cNvPr>
          <p:cNvSpPr>
            <a:spLocks noGrp="1"/>
          </p:cNvSpPr>
          <p:nvPr>
            <p:ph idx="1"/>
          </p:nvPr>
        </p:nvSpPr>
        <p:spPr/>
        <p:txBody>
          <a:bodyPr/>
          <a:lstStyle/>
          <a:p>
            <a:r>
              <a:rPr lang="en-US" dirty="0"/>
              <a:t>A lot of interview questions are canned.</a:t>
            </a:r>
          </a:p>
          <a:p>
            <a:endParaRPr lang="en-US" dirty="0"/>
          </a:p>
          <a:p>
            <a:r>
              <a:rPr lang="en-US" dirty="0"/>
              <a:t>Where do you see yourself in 5 years? This question has been asked in almost every interview I have been apart. </a:t>
            </a:r>
          </a:p>
          <a:p>
            <a:endParaRPr lang="en-US" dirty="0"/>
          </a:p>
          <a:p>
            <a:r>
              <a:rPr lang="en-US" dirty="0"/>
              <a:t>You don’t have the job, but you need to make a future forecast just like a weatherperson. </a:t>
            </a:r>
          </a:p>
        </p:txBody>
      </p:sp>
    </p:spTree>
    <p:extLst>
      <p:ext uri="{BB962C8B-B14F-4D97-AF65-F5344CB8AC3E}">
        <p14:creationId xmlns:p14="http://schemas.microsoft.com/office/powerpoint/2010/main" val="1162952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188DD-18B3-AF55-1510-66B04F8DFBBD}"/>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D19227CB-448D-A5E1-AE89-73EA8035A52A}"/>
              </a:ext>
            </a:extLst>
          </p:cNvPr>
          <p:cNvSpPr>
            <a:spLocks noGrp="1"/>
          </p:cNvSpPr>
          <p:nvPr>
            <p:ph idx="1"/>
          </p:nvPr>
        </p:nvSpPr>
        <p:spPr/>
        <p:txBody>
          <a:bodyPr/>
          <a:lstStyle/>
          <a:p>
            <a:r>
              <a:rPr lang="en-US" dirty="0"/>
              <a:t>It can be a trick question, so you can get it wrong.</a:t>
            </a:r>
          </a:p>
          <a:p>
            <a:endParaRPr lang="en-US" dirty="0"/>
          </a:p>
          <a:p>
            <a:r>
              <a:rPr lang="en-US" dirty="0"/>
              <a:t>How can you get it wrong? Some employers are looking for a candidate that will stay in a particular role for a long time. So that goes against the grain of being particularly ambitious such as myself. </a:t>
            </a:r>
          </a:p>
          <a:p>
            <a:endParaRPr lang="en-US" dirty="0"/>
          </a:p>
          <a:p>
            <a:r>
              <a:rPr lang="en-US" dirty="0"/>
              <a:t>Most organizations want to see you as a “workhorse”. They are not looking to hire someone then immediately climb the ladder.</a:t>
            </a:r>
          </a:p>
        </p:txBody>
      </p:sp>
    </p:spTree>
    <p:extLst>
      <p:ext uri="{BB962C8B-B14F-4D97-AF65-F5344CB8AC3E}">
        <p14:creationId xmlns:p14="http://schemas.microsoft.com/office/powerpoint/2010/main" val="237590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417AA-7CA6-00FD-CD60-C84374B4F88C}"/>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49F330FD-1F15-BAEA-D9C3-FE669F6D8187}"/>
              </a:ext>
            </a:extLst>
          </p:cNvPr>
          <p:cNvSpPr>
            <a:spLocks noGrp="1"/>
          </p:cNvSpPr>
          <p:nvPr>
            <p:ph idx="1"/>
          </p:nvPr>
        </p:nvSpPr>
        <p:spPr/>
        <p:txBody>
          <a:bodyPr/>
          <a:lstStyle/>
          <a:p>
            <a:r>
              <a:rPr lang="en-US" dirty="0"/>
              <a:t>If you see it as a stepping stone.</a:t>
            </a:r>
          </a:p>
          <a:p>
            <a:endParaRPr lang="en-US" dirty="0"/>
          </a:p>
          <a:p>
            <a:r>
              <a:rPr lang="en-US" dirty="0"/>
              <a:t>A foot in the door, they could see this as a red flag. Give some examples from GFHNRC.</a:t>
            </a:r>
          </a:p>
          <a:p>
            <a:endParaRPr lang="en-US" dirty="0"/>
          </a:p>
          <a:p>
            <a:endParaRPr lang="en-US" dirty="0"/>
          </a:p>
        </p:txBody>
      </p:sp>
    </p:spTree>
    <p:extLst>
      <p:ext uri="{BB962C8B-B14F-4D97-AF65-F5344CB8AC3E}">
        <p14:creationId xmlns:p14="http://schemas.microsoft.com/office/powerpoint/2010/main" val="177841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4B1E-CAB7-2E06-58A3-0E5F8A301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6D734-F70B-28A5-437E-69A4E891F0BE}"/>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EA71D194-CF09-C9EA-B203-0071AC67CD7B}"/>
              </a:ext>
            </a:extLst>
          </p:cNvPr>
          <p:cNvSpPr>
            <a:spLocks noGrp="1"/>
          </p:cNvSpPr>
          <p:nvPr>
            <p:ph idx="1"/>
          </p:nvPr>
        </p:nvSpPr>
        <p:spPr/>
        <p:txBody>
          <a:bodyPr/>
          <a:lstStyle/>
          <a:p>
            <a:r>
              <a:rPr lang="en-US" dirty="0"/>
              <a:t>Other employers, want to see someone that has a drive and that is an overachiever. You also want employees open to this aspect if given the opportunity.</a:t>
            </a:r>
          </a:p>
          <a:p>
            <a:endParaRPr lang="en-US" dirty="0"/>
          </a:p>
          <a:p>
            <a:r>
              <a:rPr lang="en-US" dirty="0"/>
              <a:t>The problem is you don’t know who you are dealing with if they are looking for someone ambitious or not ambitious. </a:t>
            </a:r>
          </a:p>
          <a:p>
            <a:endParaRPr lang="en-US" dirty="0"/>
          </a:p>
          <a:p>
            <a:r>
              <a:rPr lang="en-US" dirty="0"/>
              <a:t>You see how this can be a trick question?</a:t>
            </a:r>
          </a:p>
          <a:p>
            <a:endParaRPr lang="en-US" dirty="0"/>
          </a:p>
        </p:txBody>
      </p:sp>
    </p:spTree>
    <p:extLst>
      <p:ext uri="{BB962C8B-B14F-4D97-AF65-F5344CB8AC3E}">
        <p14:creationId xmlns:p14="http://schemas.microsoft.com/office/powerpoint/2010/main" val="3813352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F737D-91A3-D1A7-EE38-99E231EE8444}"/>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8E8A34FC-4C47-EB0E-A340-EAB3CAC808D3}"/>
              </a:ext>
            </a:extLst>
          </p:cNvPr>
          <p:cNvSpPr>
            <a:spLocks noGrp="1"/>
          </p:cNvSpPr>
          <p:nvPr>
            <p:ph idx="1"/>
          </p:nvPr>
        </p:nvSpPr>
        <p:spPr/>
        <p:txBody>
          <a:bodyPr/>
          <a:lstStyle/>
          <a:p>
            <a:r>
              <a:rPr lang="en-US" dirty="0"/>
              <a:t>If you say you are not going to be with the company in five years, that could be a red flag. They want you to stick around in the organization.</a:t>
            </a:r>
          </a:p>
          <a:p>
            <a:endParaRPr lang="en-US" dirty="0"/>
          </a:p>
          <a:p>
            <a:r>
              <a:rPr lang="en-US" dirty="0"/>
              <a:t>Sometimes you have to tell them what they want to hear.</a:t>
            </a:r>
          </a:p>
          <a:p>
            <a:endParaRPr lang="en-US" dirty="0"/>
          </a:p>
          <a:p>
            <a:r>
              <a:rPr lang="en-US" dirty="0"/>
              <a:t>Don’t get eliminated over this question.</a:t>
            </a:r>
          </a:p>
          <a:p>
            <a:endParaRPr lang="en-US" dirty="0"/>
          </a:p>
          <a:p>
            <a:endParaRPr lang="en-US" dirty="0"/>
          </a:p>
        </p:txBody>
      </p:sp>
    </p:spTree>
    <p:extLst>
      <p:ext uri="{BB962C8B-B14F-4D97-AF65-F5344CB8AC3E}">
        <p14:creationId xmlns:p14="http://schemas.microsoft.com/office/powerpoint/2010/main" val="2506537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A1903-90FB-B394-568F-254B2365C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AA5B5-71FC-3259-F4C7-D81A75EDDD13}"/>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48CF50F8-CBC9-DCE5-6A31-A1D1A28074B9}"/>
              </a:ext>
            </a:extLst>
          </p:cNvPr>
          <p:cNvSpPr>
            <a:spLocks noGrp="1"/>
          </p:cNvSpPr>
          <p:nvPr>
            <p:ph idx="1"/>
          </p:nvPr>
        </p:nvSpPr>
        <p:spPr/>
        <p:txBody>
          <a:bodyPr>
            <a:normAutofit lnSpcReduction="10000"/>
          </a:bodyPr>
          <a:lstStyle/>
          <a:p>
            <a:r>
              <a:rPr lang="en-US" dirty="0"/>
              <a:t>They want someone long term.</a:t>
            </a:r>
          </a:p>
          <a:p>
            <a:endParaRPr lang="en-US" dirty="0"/>
          </a:p>
          <a:p>
            <a:r>
              <a:rPr lang="en-US" dirty="0"/>
              <a:t>They want someone that will excel at the task they are getting hired for. </a:t>
            </a:r>
          </a:p>
          <a:p>
            <a:endParaRPr lang="en-US" dirty="0"/>
          </a:p>
          <a:p>
            <a:r>
              <a:rPr lang="en-US" dirty="0"/>
              <a:t>They want someone that wants to help out.</a:t>
            </a:r>
          </a:p>
          <a:p>
            <a:endParaRPr lang="en-US" dirty="0"/>
          </a:p>
          <a:p>
            <a:r>
              <a:rPr lang="en-US" dirty="0"/>
              <a:t>They want a candidate that wants to help others and the company. If you indicate you do that’s good, if you don’t that’s bad. What you say matters!</a:t>
            </a:r>
          </a:p>
          <a:p>
            <a:endParaRPr lang="en-US" dirty="0"/>
          </a:p>
          <a:p>
            <a:endParaRPr lang="en-US" dirty="0"/>
          </a:p>
        </p:txBody>
      </p:sp>
    </p:spTree>
    <p:extLst>
      <p:ext uri="{BB962C8B-B14F-4D97-AF65-F5344CB8AC3E}">
        <p14:creationId xmlns:p14="http://schemas.microsoft.com/office/powerpoint/2010/main" val="325875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4217-4221-0928-CA40-C61BD62D0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443C5-CB71-8C68-1C06-73A1E4344194}"/>
              </a:ext>
            </a:extLst>
          </p:cNvPr>
          <p:cNvSpPr>
            <a:spLocks noGrp="1"/>
          </p:cNvSpPr>
          <p:nvPr>
            <p:ph type="title"/>
          </p:nvPr>
        </p:nvSpPr>
        <p:spPr/>
        <p:txBody>
          <a:bodyPr/>
          <a:lstStyle/>
          <a:p>
            <a:r>
              <a:rPr lang="en-US" dirty="0"/>
              <a:t>Where do you see yourself in five years?</a:t>
            </a:r>
          </a:p>
        </p:txBody>
      </p:sp>
      <p:sp>
        <p:nvSpPr>
          <p:cNvPr id="3" name="Content Placeholder 2">
            <a:extLst>
              <a:ext uri="{FF2B5EF4-FFF2-40B4-BE49-F238E27FC236}">
                <a16:creationId xmlns:a16="http://schemas.microsoft.com/office/drawing/2014/main" id="{94BA1095-74BE-F4C6-E425-72EA6AB19FDC}"/>
              </a:ext>
            </a:extLst>
          </p:cNvPr>
          <p:cNvSpPr>
            <a:spLocks noGrp="1"/>
          </p:cNvSpPr>
          <p:nvPr>
            <p:ph idx="1"/>
          </p:nvPr>
        </p:nvSpPr>
        <p:spPr/>
        <p:txBody>
          <a:bodyPr>
            <a:normAutofit lnSpcReduction="10000"/>
          </a:bodyPr>
          <a:lstStyle/>
          <a:p>
            <a:r>
              <a:rPr lang="en-US" dirty="0"/>
              <a:t>They want someone long term.</a:t>
            </a:r>
          </a:p>
          <a:p>
            <a:endParaRPr lang="en-US" dirty="0"/>
          </a:p>
          <a:p>
            <a:r>
              <a:rPr lang="en-US" dirty="0"/>
              <a:t>They want someone that will excel at the task they are getting hired for. </a:t>
            </a:r>
          </a:p>
          <a:p>
            <a:endParaRPr lang="en-US" dirty="0"/>
          </a:p>
          <a:p>
            <a:r>
              <a:rPr lang="en-US" dirty="0"/>
              <a:t>They want someone that wants to help out.</a:t>
            </a:r>
          </a:p>
          <a:p>
            <a:endParaRPr lang="en-US" dirty="0"/>
          </a:p>
          <a:p>
            <a:r>
              <a:rPr lang="en-US" dirty="0"/>
              <a:t>They want a candidate that wants to help others and the company. If you indicate you do that’s good, if you don’t that’s bad. What you say matters!</a:t>
            </a:r>
          </a:p>
          <a:p>
            <a:endParaRPr lang="en-US" dirty="0"/>
          </a:p>
          <a:p>
            <a:endParaRPr lang="en-US" dirty="0"/>
          </a:p>
        </p:txBody>
      </p:sp>
    </p:spTree>
    <p:extLst>
      <p:ext uri="{BB962C8B-B14F-4D97-AF65-F5344CB8AC3E}">
        <p14:creationId xmlns:p14="http://schemas.microsoft.com/office/powerpoint/2010/main" val="2323092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D50E-0964-C566-AC63-3E73EE2ECB9A}"/>
              </a:ext>
            </a:extLst>
          </p:cNvPr>
          <p:cNvSpPr>
            <a:spLocks noGrp="1"/>
          </p:cNvSpPr>
          <p:nvPr>
            <p:ph type="title"/>
          </p:nvPr>
        </p:nvSpPr>
        <p:spPr/>
        <p:txBody>
          <a:bodyPr/>
          <a:lstStyle/>
          <a:p>
            <a:r>
              <a:rPr lang="en-US" dirty="0"/>
              <a:t>Generally Speaking Conversations are better then an interrogation. </a:t>
            </a:r>
          </a:p>
        </p:txBody>
      </p:sp>
      <p:sp>
        <p:nvSpPr>
          <p:cNvPr id="3" name="Content Placeholder 2">
            <a:extLst>
              <a:ext uri="{FF2B5EF4-FFF2-40B4-BE49-F238E27FC236}">
                <a16:creationId xmlns:a16="http://schemas.microsoft.com/office/drawing/2014/main" id="{E9B5BF19-5287-4A0B-F25F-84CC4409B6A5}"/>
              </a:ext>
            </a:extLst>
          </p:cNvPr>
          <p:cNvSpPr>
            <a:spLocks noGrp="1"/>
          </p:cNvSpPr>
          <p:nvPr>
            <p:ph idx="1"/>
          </p:nvPr>
        </p:nvSpPr>
        <p:spPr/>
        <p:txBody>
          <a:bodyPr/>
          <a:lstStyle/>
          <a:p>
            <a:r>
              <a:rPr lang="en-US" dirty="0"/>
              <a:t>Sometimes an interview feels like an interrogation, that isn’t pleasant for the candidate, and the vibe isn’t so great. It also isn’t the best situation for the employer.</a:t>
            </a:r>
          </a:p>
          <a:p>
            <a:endParaRPr lang="en-US" dirty="0"/>
          </a:p>
          <a:p>
            <a:r>
              <a:rPr lang="en-US" dirty="0"/>
              <a:t>If you turn it into a conversation, which has flow, they are telling you more about the organization, you are telling them more about you. This is more relatable, and it comes down to likability.</a:t>
            </a:r>
          </a:p>
          <a:p>
            <a:endParaRPr lang="en-US" dirty="0"/>
          </a:p>
          <a:p>
            <a:r>
              <a:rPr lang="en-US" dirty="0"/>
              <a:t>Turn interrogation into a conversation, where it goes off script!</a:t>
            </a:r>
          </a:p>
          <a:p>
            <a:endParaRPr lang="en-US" dirty="0"/>
          </a:p>
        </p:txBody>
      </p:sp>
    </p:spTree>
    <p:extLst>
      <p:ext uri="{BB962C8B-B14F-4D97-AF65-F5344CB8AC3E}">
        <p14:creationId xmlns:p14="http://schemas.microsoft.com/office/powerpoint/2010/main" val="3963770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197B3-F71C-B3A5-F344-DC0055D04328}"/>
              </a:ext>
            </a:extLst>
          </p:cNvPr>
          <p:cNvSpPr>
            <a:spLocks noGrp="1"/>
          </p:cNvSpPr>
          <p:nvPr>
            <p:ph type="title"/>
          </p:nvPr>
        </p:nvSpPr>
        <p:spPr/>
        <p:txBody>
          <a:bodyPr/>
          <a:lstStyle/>
          <a:p>
            <a:r>
              <a:rPr lang="en-US" dirty="0"/>
              <a:t>Let’s put it all together</a:t>
            </a:r>
          </a:p>
        </p:txBody>
      </p:sp>
      <p:sp>
        <p:nvSpPr>
          <p:cNvPr id="3" name="Content Placeholder 2">
            <a:extLst>
              <a:ext uri="{FF2B5EF4-FFF2-40B4-BE49-F238E27FC236}">
                <a16:creationId xmlns:a16="http://schemas.microsoft.com/office/drawing/2014/main" id="{0E59648B-9560-1039-87F0-2292E8520699}"/>
              </a:ext>
            </a:extLst>
          </p:cNvPr>
          <p:cNvSpPr>
            <a:spLocks noGrp="1"/>
          </p:cNvSpPr>
          <p:nvPr>
            <p:ph idx="1"/>
          </p:nvPr>
        </p:nvSpPr>
        <p:spPr/>
        <p:txBody>
          <a:bodyPr>
            <a:normAutofit lnSpcReduction="10000"/>
          </a:bodyPr>
          <a:lstStyle/>
          <a:p>
            <a:r>
              <a:rPr lang="en-US" dirty="0"/>
              <a:t>Where do you see yourself in five years.</a:t>
            </a:r>
          </a:p>
          <a:p>
            <a:endParaRPr lang="en-US" dirty="0"/>
          </a:p>
          <a:p>
            <a:r>
              <a:rPr lang="en-US" dirty="0"/>
              <a:t>I see myself advancing based on my job performance and likely taking on new responsibilities. Ask where their organization is going in five years, all of this is good!</a:t>
            </a:r>
          </a:p>
          <a:p>
            <a:endParaRPr lang="en-US" dirty="0"/>
          </a:p>
          <a:p>
            <a:r>
              <a:rPr lang="en-US" dirty="0"/>
              <a:t>You don’t know if they are ambitious or not, so the above is a good answer. You are not mentioning job titles or advancing or anything like that. You don’t want your future manager to think you are taking their job, unless they plan on retiring or moving on.</a:t>
            </a:r>
          </a:p>
        </p:txBody>
      </p:sp>
    </p:spTree>
    <p:extLst>
      <p:ext uri="{BB962C8B-B14F-4D97-AF65-F5344CB8AC3E}">
        <p14:creationId xmlns:p14="http://schemas.microsoft.com/office/powerpoint/2010/main" val="687522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A5BF-0567-C79D-DED7-F9995A232255}"/>
              </a:ext>
            </a:extLst>
          </p:cNvPr>
          <p:cNvSpPr>
            <a:spLocks noGrp="1"/>
          </p:cNvSpPr>
          <p:nvPr>
            <p:ph type="title"/>
          </p:nvPr>
        </p:nvSpPr>
        <p:spPr/>
        <p:txBody>
          <a:bodyPr/>
          <a:lstStyle/>
          <a:p>
            <a:r>
              <a:rPr lang="en-US" dirty="0"/>
              <a:t>Friendly advice		</a:t>
            </a:r>
          </a:p>
        </p:txBody>
      </p:sp>
      <p:sp>
        <p:nvSpPr>
          <p:cNvPr id="3" name="Content Placeholder 2">
            <a:extLst>
              <a:ext uri="{FF2B5EF4-FFF2-40B4-BE49-F238E27FC236}">
                <a16:creationId xmlns:a16="http://schemas.microsoft.com/office/drawing/2014/main" id="{F1E24CE3-F5AB-0DCF-A790-8B1D1E785DD0}"/>
              </a:ext>
            </a:extLst>
          </p:cNvPr>
          <p:cNvSpPr>
            <a:spLocks noGrp="1"/>
          </p:cNvSpPr>
          <p:nvPr>
            <p:ph idx="1"/>
          </p:nvPr>
        </p:nvSpPr>
        <p:spPr/>
        <p:txBody>
          <a:bodyPr/>
          <a:lstStyle/>
          <a:p>
            <a:r>
              <a:rPr lang="en-US" dirty="0"/>
              <a:t>Find commonalities – Give advice of a recruiter living near Cincinnati and I own land in Kentucky. </a:t>
            </a:r>
          </a:p>
          <a:p>
            <a:endParaRPr lang="en-US" dirty="0"/>
          </a:p>
          <a:p>
            <a:r>
              <a:rPr lang="en-US" dirty="0"/>
              <a:t>Be friendly, be confident, be able to give examples.</a:t>
            </a:r>
          </a:p>
          <a:p>
            <a:endParaRPr lang="en-US" dirty="0"/>
          </a:p>
          <a:p>
            <a:r>
              <a:rPr lang="en-US" dirty="0"/>
              <a:t>Study a little bit of that organization, nothing is more frustrating than a candidate that knows nothing about what you do.</a:t>
            </a:r>
          </a:p>
          <a:p>
            <a:endParaRPr lang="en-US" dirty="0"/>
          </a:p>
          <a:p>
            <a:r>
              <a:rPr lang="en-US" dirty="0"/>
              <a:t>Be available- talk about umpiring </a:t>
            </a:r>
          </a:p>
        </p:txBody>
      </p:sp>
    </p:spTree>
    <p:extLst>
      <p:ext uri="{BB962C8B-B14F-4D97-AF65-F5344CB8AC3E}">
        <p14:creationId xmlns:p14="http://schemas.microsoft.com/office/powerpoint/2010/main" val="1208641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E09EE-974A-44B7-CE5C-807D8E63191E}"/>
              </a:ext>
            </a:extLst>
          </p:cNvPr>
          <p:cNvSpPr>
            <a:spLocks noGrp="1"/>
          </p:cNvSpPr>
          <p:nvPr>
            <p:ph type="title"/>
          </p:nvPr>
        </p:nvSpPr>
        <p:spPr/>
        <p:txBody>
          <a:bodyPr/>
          <a:lstStyle/>
          <a:p>
            <a:r>
              <a:rPr lang="en-US" dirty="0"/>
              <a:t>Failed interviews</a:t>
            </a:r>
          </a:p>
        </p:txBody>
      </p:sp>
      <p:sp>
        <p:nvSpPr>
          <p:cNvPr id="3" name="Content Placeholder 2">
            <a:extLst>
              <a:ext uri="{FF2B5EF4-FFF2-40B4-BE49-F238E27FC236}">
                <a16:creationId xmlns:a16="http://schemas.microsoft.com/office/drawing/2014/main" id="{01B861E8-FABE-92C3-0D6A-641B20AB158A}"/>
              </a:ext>
            </a:extLst>
          </p:cNvPr>
          <p:cNvSpPr>
            <a:spLocks noGrp="1"/>
          </p:cNvSpPr>
          <p:nvPr>
            <p:ph idx="1"/>
          </p:nvPr>
        </p:nvSpPr>
        <p:spPr/>
        <p:txBody>
          <a:bodyPr>
            <a:normAutofit fontScale="85000" lnSpcReduction="20000"/>
          </a:bodyPr>
          <a:lstStyle/>
          <a:p>
            <a:r>
              <a:rPr lang="en-US" dirty="0"/>
              <a:t>I don’t view them as failed interviews, just because you don’t make it to the next stage or get the offer doesn’t mean it is a failed interview search.</a:t>
            </a:r>
          </a:p>
          <a:p>
            <a:endParaRPr lang="en-US" dirty="0"/>
          </a:p>
          <a:p>
            <a:r>
              <a:rPr lang="en-US" dirty="0"/>
              <a:t>You need to see that if you made it to the interview stage, you obviously had something right on paper.</a:t>
            </a:r>
          </a:p>
          <a:p>
            <a:endParaRPr lang="en-US" dirty="0"/>
          </a:p>
          <a:p>
            <a:r>
              <a:rPr lang="en-US" dirty="0"/>
              <a:t>It takes practice just like hitting a baseball, or making baskets. The more you practice the better you get, and the more success you will have.</a:t>
            </a:r>
          </a:p>
          <a:p>
            <a:endParaRPr lang="en-US" dirty="0"/>
          </a:p>
          <a:p>
            <a:r>
              <a:rPr lang="en-US" dirty="0"/>
              <a:t>Then you will have to become selective, when you have a family you don’t want to upset the other family member and this can be a </a:t>
            </a:r>
            <a:r>
              <a:rPr lang="en-US"/>
              <a:t>negotiation process all on its own!</a:t>
            </a:r>
          </a:p>
        </p:txBody>
      </p:sp>
    </p:spTree>
    <p:extLst>
      <p:ext uri="{BB962C8B-B14F-4D97-AF65-F5344CB8AC3E}">
        <p14:creationId xmlns:p14="http://schemas.microsoft.com/office/powerpoint/2010/main" val="1994158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1425</TotalTime>
  <Words>1195</Words>
  <Application>Microsoft Office PowerPoint</Application>
  <PresentationFormat>Widescreen</PresentationFormat>
  <Paragraphs>103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No Interviews, No Job Offers, Maybe try this?!</vt:lpstr>
      <vt:lpstr>Remember always to stay positive about yourself</vt:lpstr>
      <vt:lpstr>You have value</vt:lpstr>
      <vt:lpstr>Terminology</vt:lpstr>
      <vt:lpstr>USE  AI</vt:lpstr>
      <vt:lpstr>You go to a lot of interviews but no offers?</vt:lpstr>
      <vt:lpstr>Here is a question</vt:lpstr>
      <vt:lpstr>Where do you see yourself in five years?</vt:lpstr>
      <vt:lpstr>Where do you see yourself in five years?</vt:lpstr>
      <vt:lpstr>Where do you see yourself in five years?</vt:lpstr>
      <vt:lpstr>Where do you see yourself in five years?</vt:lpstr>
      <vt:lpstr>Where do you see yourself in five years?</vt:lpstr>
      <vt:lpstr>Where do you see yourself in five years?</vt:lpstr>
      <vt:lpstr>Generally Speaking Conversations are better then an interrogation. </vt:lpstr>
      <vt:lpstr>Let’s put it all together</vt:lpstr>
      <vt:lpstr>Friendly advice  </vt:lpstr>
      <vt:lpstr>Failed interviews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Derek Bussan</dc:creator>
  <cp:lastModifiedBy>Derek Bussan</cp:lastModifiedBy>
  <cp:revision>10</cp:revision>
  <dcterms:created xsi:type="dcterms:W3CDTF">2025-04-06T22:24:39Z</dcterms:created>
  <dcterms:modified xsi:type="dcterms:W3CDTF">2025-04-07T23:07:17Z</dcterms:modified>
</cp:coreProperties>
</file>