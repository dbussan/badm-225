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7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3696-BBEC-6731-38EE-49F4F0BFA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12692-BF6C-6B17-7BCB-C3D41C455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EB88-C6E4-142B-5773-E56E6119B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22E50-80E0-B416-9489-0DCC00C0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8247-D369-3E49-E930-779019F1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8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777C-E319-6A91-4944-71E31123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518B3-64FE-0946-904C-18A30582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D831B-7D62-DEA2-76F9-A7EB017E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17CCC-EE54-737C-C192-AB2C0AB9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CBEE0-09AF-B632-9128-056A9C04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5708-0897-80DB-E383-27E9EDCF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BB83F-CE41-BD63-E248-86CAE4F10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1C2C7-FE2D-661F-2D11-5A23DFD8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7039-2B4E-BBC5-5CD6-9AFCA718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C610D-6496-4C81-E7FE-07C08823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8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FB4C-46ED-ADFF-C58B-EAE5747A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4FCB9-7B9B-C5F4-3308-E3C58C6FE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1BDB5-1593-FB82-E37A-4A16EF092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A14C1-0AC8-4AB7-8F95-12729A1A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16EC0-2F6B-E0D2-9D62-CD041C22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34345-DB36-AD4C-C188-9777DEDE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5250-F7BD-F23B-3396-749B2BBE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4F140-901A-43E0-6565-42B91C00A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8D7F0-2874-4804-B3C7-B44CF1B41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9FC43-DF98-649E-2E15-E2701544A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8351B-D571-3B2B-9FF9-3E28527BA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934508-7549-4AA0-B502-77CE5C69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1BB0C-1380-A469-0850-31550499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006B-9375-1042-544B-A2E7E7FA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6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6608-68C2-C38A-6C6A-5CBFD878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EC1C58-224B-4765-7FCF-36CFFC0D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0BA1E-DEBB-CA6B-F372-AF8503C4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B2179-1C0E-F345-86A5-80049AC66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8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E33D0-0D9B-FBD2-8063-02BB72AD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93AE0-D384-F86B-0E0D-5CE5B935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9BBC2-B9A8-41A1-1E29-94AB92F0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5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03D78-A5FA-3B59-39EB-ACD42620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4EDC-CEE6-742E-BF97-798481A1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5699D-8D47-CB7D-7AF3-A3C440EC9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EB269-C17C-8B0D-ABAB-380D4AE7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2A303-28A6-CC6B-18C8-FF143049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F4EE-7B33-DBCB-25E9-6E1EC181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BD09-3719-BC2B-2860-86AAF0D7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24A69-F81B-ECAC-A03C-2A8B8F428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C58AF-D20A-35EF-5FB3-B32C22E5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CCE67-8CEC-1D78-E375-617BECC9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555A7-00EA-2955-6067-8A832DA2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2F27E-BCE3-7E78-F8CF-6C058C60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5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6AE7-3FB0-88BE-6B28-D4FA528C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5E1E3-9079-5F51-8F90-E55D06D38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7706-00A0-8A17-9F8F-693F1F57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08033-8E57-3503-0C92-EAE01B74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F7167-DAC5-D6CD-8D98-C0093EFD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9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C4C89-AA73-D0EB-1ED2-7850CF839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C96E2-481A-82A4-3796-10F52A4A0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23792-409F-9B75-FD19-59B449E1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AE92-A7A6-233B-E97B-D18A4451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6D80-6ECA-5E9E-8934-64781FFD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0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288EC-77A9-B814-E3E7-30794FE5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7367D-CCC5-43B7-62FA-92767795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23CE-C766-68DB-9032-4EDCEDFA2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0B9A2-8638-4CB9-A034-B2C8BE96DED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77691-5BAE-F094-777D-F3158A71D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89CD3-01DA-109F-8E2F-9E21A1FBE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146D0-57D0-4B8E-A904-5BDC5198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9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4D11-F411-856B-CDEB-DBD54CBB7B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Miscellaneous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7EE79-492D-03EA-5EF6-8F2902E2BD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49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C6A6-BABB-5475-F429-4DCAC0A9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of the most important aspects as 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AD8A9-51D3-D64F-21A3-90C96B8C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want to keep your employees?</a:t>
            </a:r>
          </a:p>
          <a:p>
            <a:endParaRPr lang="en-US" dirty="0"/>
          </a:p>
          <a:p>
            <a:r>
              <a:rPr lang="en-US" dirty="0"/>
              <a:t>You need to have ways to keep them engaged?</a:t>
            </a:r>
          </a:p>
          <a:p>
            <a:endParaRPr lang="en-US" dirty="0"/>
          </a:p>
          <a:p>
            <a:r>
              <a:rPr lang="en-US" dirty="0"/>
              <a:t>What are some ways your managers have built morale?</a:t>
            </a:r>
          </a:p>
        </p:txBody>
      </p:sp>
    </p:spTree>
    <p:extLst>
      <p:ext uri="{BB962C8B-B14F-4D97-AF65-F5344CB8AC3E}">
        <p14:creationId xmlns:p14="http://schemas.microsoft.com/office/powerpoint/2010/main" val="20497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F491-E16D-80BA-185A-F14ADB9F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important aspect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479F4-2C71-79D3-022A-E4DCF5580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your employees informed</a:t>
            </a:r>
          </a:p>
          <a:p>
            <a:endParaRPr lang="en-US" dirty="0"/>
          </a:p>
          <a:p>
            <a:r>
              <a:rPr lang="en-US" dirty="0"/>
              <a:t>Give them a schedule of events, let them know what’s going on.</a:t>
            </a:r>
          </a:p>
          <a:p>
            <a:endParaRPr lang="en-US" dirty="0"/>
          </a:p>
          <a:p>
            <a:r>
              <a:rPr lang="en-US" dirty="0"/>
              <a:t>Get them engaged!</a:t>
            </a:r>
          </a:p>
        </p:txBody>
      </p:sp>
    </p:spTree>
    <p:extLst>
      <p:ext uri="{BB962C8B-B14F-4D97-AF65-F5344CB8AC3E}">
        <p14:creationId xmlns:p14="http://schemas.microsoft.com/office/powerpoint/2010/main" val="250144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AC02-C161-1B82-7EAA-0681E3CE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commonalities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6465-EE2E-DF07-EE80-6CA3115E8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commonalities amongst one another.</a:t>
            </a:r>
          </a:p>
          <a:p>
            <a:endParaRPr lang="en-US" dirty="0"/>
          </a:p>
          <a:p>
            <a:r>
              <a:rPr lang="en-US" dirty="0"/>
              <a:t>Plan stuff – </a:t>
            </a:r>
            <a:r>
              <a:rPr lang="en-US" dirty="0" err="1"/>
              <a:t>bbqs</a:t>
            </a:r>
            <a:r>
              <a:rPr lang="en-US" dirty="0"/>
              <a:t>, picnics.</a:t>
            </a:r>
          </a:p>
          <a:p>
            <a:endParaRPr lang="en-US" dirty="0"/>
          </a:p>
          <a:p>
            <a:r>
              <a:rPr lang="en-US" dirty="0"/>
              <a:t>Don’t be a stranger go around and show your support. Take a walk, take them out to eat/coffee. </a:t>
            </a:r>
          </a:p>
          <a:p>
            <a:endParaRPr lang="en-US" dirty="0"/>
          </a:p>
          <a:p>
            <a:r>
              <a:rPr lang="en-US" dirty="0"/>
              <a:t>Be nice and courteous. </a:t>
            </a:r>
          </a:p>
        </p:txBody>
      </p:sp>
    </p:spTree>
    <p:extLst>
      <p:ext uri="{BB962C8B-B14F-4D97-AF65-F5344CB8AC3E}">
        <p14:creationId xmlns:p14="http://schemas.microsoft.com/office/powerpoint/2010/main" val="187772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E645-C89D-E554-330E-9DC071EC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uplifting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D2364-31A1-87F8-3286-991567D65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when times are hard find the good in people and the situation.</a:t>
            </a:r>
          </a:p>
          <a:p>
            <a:endParaRPr lang="en-US" dirty="0"/>
          </a:p>
          <a:p>
            <a:r>
              <a:rPr lang="en-US" dirty="0"/>
              <a:t>Sometimes I will even get down on myself, or the situation at hand, but it does take time. I am now in the process of hiring student volunteers!</a:t>
            </a:r>
          </a:p>
        </p:txBody>
      </p:sp>
    </p:spTree>
    <p:extLst>
      <p:ext uri="{BB962C8B-B14F-4D97-AF65-F5344CB8AC3E}">
        <p14:creationId xmlns:p14="http://schemas.microsoft.com/office/powerpoint/2010/main" val="398687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1394-77F0-DBDD-662D-80B6631B6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may not know the answer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B3F5C-7CC5-9D4B-7825-57603122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can you form a team to get it done?</a:t>
            </a:r>
          </a:p>
          <a:p>
            <a:endParaRPr lang="en-US" dirty="0"/>
          </a:p>
          <a:p>
            <a:r>
              <a:rPr lang="en-US" dirty="0"/>
              <a:t>Try to be likeable. It’s a give and a take</a:t>
            </a:r>
          </a:p>
        </p:txBody>
      </p:sp>
    </p:spTree>
    <p:extLst>
      <p:ext uri="{BB962C8B-B14F-4D97-AF65-F5344CB8AC3E}">
        <p14:creationId xmlns:p14="http://schemas.microsoft.com/office/powerpoint/2010/main" val="1698412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D58F-AE1B-8CE7-2D2B-5B7A9B55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 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97FCB-4A1B-8CB6-685E-A4FC8427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can be a catalyst for change.</a:t>
            </a:r>
          </a:p>
          <a:p>
            <a:endParaRPr lang="en-US" dirty="0"/>
          </a:p>
          <a:p>
            <a:r>
              <a:rPr lang="en-US" dirty="0"/>
              <a:t>The person who hired you probably or will leave at some point in time. How are you going to deal with the new leadership?</a:t>
            </a:r>
          </a:p>
          <a:p>
            <a:endParaRPr lang="en-US" dirty="0"/>
          </a:p>
          <a:p>
            <a:r>
              <a:rPr lang="en-US" dirty="0"/>
              <a:t>I sometimes will take advantage of the situation, but sometimes someone else has a different vision.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54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51CE-3749-2C82-033A-1A6DA52A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6625-2B50-EA73-223F-0EFED4C3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 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D4EE-DA96-35F8-D6A5-349EEABF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resume ready</a:t>
            </a:r>
          </a:p>
          <a:p>
            <a:endParaRPr lang="en-US" dirty="0"/>
          </a:p>
          <a:p>
            <a:r>
              <a:rPr lang="en-US" dirty="0"/>
              <a:t>Update </a:t>
            </a:r>
            <a:r>
              <a:rPr lang="en-US" dirty="0" err="1"/>
              <a:t>linkedin</a:t>
            </a:r>
            <a:r>
              <a:rPr lang="en-US" dirty="0"/>
              <a:t> profile</a:t>
            </a:r>
          </a:p>
          <a:p>
            <a:endParaRPr lang="en-US" dirty="0"/>
          </a:p>
          <a:p>
            <a:r>
              <a:rPr lang="en-US" dirty="0"/>
              <a:t>Focus on next step of your career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229F-3501-937B-DF4C-6AA87A6F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0CD17-465B-D8C1-DEDF-01D89FEE7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But know that plans can change.</a:t>
            </a:r>
          </a:p>
          <a:p>
            <a:endParaRPr lang="en-US" dirty="0"/>
          </a:p>
          <a:p>
            <a:r>
              <a:rPr lang="en-US" dirty="0"/>
              <a:t>I am very focused. I became very focused after my lack of upward mobility of being a chemistry professor. There really was no path forward.</a:t>
            </a:r>
          </a:p>
          <a:p>
            <a:endParaRPr lang="en-US" dirty="0"/>
          </a:p>
          <a:p>
            <a:r>
              <a:rPr lang="en-US" dirty="0"/>
              <a:t>My plan right now is to get my five years in the federal government to get vested in the pension and health insurance. During the meantime I am going to do the best I can do, and to create and make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80368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ACB7-920D-4D77-D241-5324B63C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be afraid to give opportunities to your employees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2C8A5-B05D-3134-9C06-1F1713182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guide them on how to improve themselves. </a:t>
            </a:r>
          </a:p>
          <a:p>
            <a:endParaRPr lang="en-US" dirty="0"/>
          </a:p>
          <a:p>
            <a:r>
              <a:rPr lang="en-US" dirty="0"/>
              <a:t>If they see you care about their career and are not a roadblock, it actually will make it harder to leave, they will think about it. If they do leave that could open up doors for yourself with their new opportunity. </a:t>
            </a:r>
          </a:p>
        </p:txBody>
      </p:sp>
    </p:spTree>
    <p:extLst>
      <p:ext uri="{BB962C8B-B14F-4D97-AF65-F5344CB8AC3E}">
        <p14:creationId xmlns:p14="http://schemas.microsoft.com/office/powerpoint/2010/main" val="2316424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27474-57BF-DAE7-200A-0114B08A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8DFDF-C734-5D35-2045-E0D6CF580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400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Miscellaneous topics</vt:lpstr>
      <vt:lpstr>One of the most important aspects as a manager</vt:lpstr>
      <vt:lpstr>One important aspect</vt:lpstr>
      <vt:lpstr>Find commonalities </vt:lpstr>
      <vt:lpstr>Be uplifting </vt:lpstr>
      <vt:lpstr>You may not know the answer </vt:lpstr>
      <vt:lpstr>Manager leaving</vt:lpstr>
      <vt:lpstr>Manager leaving</vt:lpstr>
      <vt:lpstr>Have a plan</vt:lpstr>
      <vt:lpstr>Don’t be afraid to give opportunities to your employees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Bussan</dc:creator>
  <cp:lastModifiedBy>Derek Bussan</cp:lastModifiedBy>
  <cp:revision>5</cp:revision>
  <dcterms:created xsi:type="dcterms:W3CDTF">2025-04-30T01:31:41Z</dcterms:created>
  <dcterms:modified xsi:type="dcterms:W3CDTF">2025-04-30T22:52:38Z</dcterms:modified>
</cp:coreProperties>
</file>