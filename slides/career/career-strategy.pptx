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6" r:id="rId29"/>
    <p:sldId id="287" r:id="rId30"/>
    <p:sldId id="288" r:id="rId31"/>
    <p:sldId id="289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A78C96-D6CC-4F91-AD96-4EA67690196A}" v="43" dt="2026-04-15T04:17:00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98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ek Bussan" userId="6531cbcaaa6f4519" providerId="LiveId" clId="{BCE7D092-2860-4D10-82D8-3EFC3AACF812}"/>
    <pc:docChg chg="custSel addSld modSld">
      <pc:chgData name="Derek Bussan" userId="6531cbcaaa6f4519" providerId="LiveId" clId="{BCE7D092-2860-4D10-82D8-3EFC3AACF812}" dt="2026-04-15T04:17:18.357" v="134" actId="27636"/>
      <pc:docMkLst>
        <pc:docMk/>
      </pc:docMkLst>
      <pc:sldChg chg="modSp">
        <pc:chgData name="Derek Bussan" userId="6531cbcaaa6f4519" providerId="LiveId" clId="{BCE7D092-2860-4D10-82D8-3EFC3AACF812}" dt="2026-04-15T03:44:25.809" v="0"/>
        <pc:sldMkLst>
          <pc:docMk/>
          <pc:sldMk cId="1520529355" sldId="257"/>
        </pc:sldMkLst>
        <pc:spChg chg="mod">
          <ac:chgData name="Derek Bussan" userId="6531cbcaaa6f4519" providerId="LiveId" clId="{BCE7D092-2860-4D10-82D8-3EFC3AACF812}" dt="2026-04-15T03:44:25.809" v="0"/>
          <ac:spMkLst>
            <pc:docMk/>
            <pc:sldMk cId="1520529355" sldId="257"/>
            <ac:spMk id="2" creationId="{717AB618-43EF-4DFC-9F66-8E2443073A52}"/>
          </ac:spMkLst>
        </pc:spChg>
      </pc:sldChg>
      <pc:sldChg chg="addSp delSp modSp new mod">
        <pc:chgData name="Derek Bussan" userId="6531cbcaaa6f4519" providerId="LiveId" clId="{BCE7D092-2860-4D10-82D8-3EFC3AACF812}" dt="2026-04-15T03:45:46.522" v="8" actId="20577"/>
        <pc:sldMkLst>
          <pc:docMk/>
          <pc:sldMk cId="908730216" sldId="258"/>
        </pc:sldMkLst>
        <pc:spChg chg="mod">
          <ac:chgData name="Derek Bussan" userId="6531cbcaaa6f4519" providerId="LiveId" clId="{BCE7D092-2860-4D10-82D8-3EFC3AACF812}" dt="2026-04-15T03:45:17.525" v="3" actId="122"/>
          <ac:spMkLst>
            <pc:docMk/>
            <pc:sldMk cId="908730216" sldId="258"/>
            <ac:spMk id="2" creationId="{9839FA1D-9236-86F3-8768-77638F134CDD}"/>
          </ac:spMkLst>
        </pc:spChg>
        <pc:spChg chg="add del mod">
          <ac:chgData name="Derek Bussan" userId="6531cbcaaa6f4519" providerId="LiveId" clId="{BCE7D092-2860-4D10-82D8-3EFC3AACF812}" dt="2026-04-15T03:45:46.522" v="8" actId="20577"/>
          <ac:spMkLst>
            <pc:docMk/>
            <pc:sldMk cId="908730216" sldId="258"/>
            <ac:spMk id="3" creationId="{1876CC80-8479-F7B6-E8E6-2929E8DDB9AC}"/>
          </ac:spMkLst>
        </pc:spChg>
        <pc:spChg chg="add mod">
          <ac:chgData name="Derek Bussan" userId="6531cbcaaa6f4519" providerId="LiveId" clId="{BCE7D092-2860-4D10-82D8-3EFC3AACF812}" dt="2026-04-15T03:45:33.138" v="5"/>
          <ac:spMkLst>
            <pc:docMk/>
            <pc:sldMk cId="908730216" sldId="258"/>
            <ac:spMk id="4" creationId="{DD5E7200-CDEB-E8C9-5F1C-C61E623C17E6}"/>
          </ac:spMkLst>
        </pc:spChg>
      </pc:sldChg>
      <pc:sldChg chg="modSp new mod">
        <pc:chgData name="Derek Bussan" userId="6531cbcaaa6f4519" providerId="LiveId" clId="{BCE7D092-2860-4D10-82D8-3EFC3AACF812}" dt="2026-04-15T03:46:45.059" v="13" actId="20577"/>
        <pc:sldMkLst>
          <pc:docMk/>
          <pc:sldMk cId="3398527598" sldId="259"/>
        </pc:sldMkLst>
        <pc:spChg chg="mod">
          <ac:chgData name="Derek Bussan" userId="6531cbcaaa6f4519" providerId="LiveId" clId="{BCE7D092-2860-4D10-82D8-3EFC3AACF812}" dt="2026-04-15T03:46:27.227" v="10"/>
          <ac:spMkLst>
            <pc:docMk/>
            <pc:sldMk cId="3398527598" sldId="259"/>
            <ac:spMk id="2" creationId="{4BB8D219-9B4E-A47A-EA7E-FBCE1C8287E4}"/>
          </ac:spMkLst>
        </pc:spChg>
        <pc:spChg chg="mod">
          <ac:chgData name="Derek Bussan" userId="6531cbcaaa6f4519" providerId="LiveId" clId="{BCE7D092-2860-4D10-82D8-3EFC3AACF812}" dt="2026-04-15T03:46:45.059" v="13" actId="20577"/>
          <ac:spMkLst>
            <pc:docMk/>
            <pc:sldMk cId="3398527598" sldId="259"/>
            <ac:spMk id="3" creationId="{C597C945-4533-0F7D-13ED-641974B03790}"/>
          </ac:spMkLst>
        </pc:spChg>
      </pc:sldChg>
      <pc:sldChg chg="modSp new mod">
        <pc:chgData name="Derek Bussan" userId="6531cbcaaa6f4519" providerId="LiveId" clId="{BCE7D092-2860-4D10-82D8-3EFC3AACF812}" dt="2026-04-15T03:48:44.982" v="23" actId="20577"/>
        <pc:sldMkLst>
          <pc:docMk/>
          <pc:sldMk cId="1302157880" sldId="260"/>
        </pc:sldMkLst>
        <pc:spChg chg="mod">
          <ac:chgData name="Derek Bussan" userId="6531cbcaaa6f4519" providerId="LiveId" clId="{BCE7D092-2860-4D10-82D8-3EFC3AACF812}" dt="2026-04-15T03:48:20.983" v="19"/>
          <ac:spMkLst>
            <pc:docMk/>
            <pc:sldMk cId="1302157880" sldId="260"/>
            <ac:spMk id="2" creationId="{BBACC217-0DD2-15B6-4C82-21B63C98EF06}"/>
          </ac:spMkLst>
        </pc:spChg>
        <pc:spChg chg="mod">
          <ac:chgData name="Derek Bussan" userId="6531cbcaaa6f4519" providerId="LiveId" clId="{BCE7D092-2860-4D10-82D8-3EFC3AACF812}" dt="2026-04-15T03:48:44.982" v="23" actId="20577"/>
          <ac:spMkLst>
            <pc:docMk/>
            <pc:sldMk cId="1302157880" sldId="260"/>
            <ac:spMk id="3" creationId="{338655F1-A825-2FE4-BD5D-EF0ADB975177}"/>
          </ac:spMkLst>
        </pc:spChg>
      </pc:sldChg>
      <pc:sldChg chg="modSp add mod">
        <pc:chgData name="Derek Bussan" userId="6531cbcaaa6f4519" providerId="LiveId" clId="{BCE7D092-2860-4D10-82D8-3EFC3AACF812}" dt="2026-04-15T03:49:20.450" v="27" actId="20577"/>
        <pc:sldMkLst>
          <pc:docMk/>
          <pc:sldMk cId="108835777" sldId="261"/>
        </pc:sldMkLst>
        <pc:spChg chg="mod">
          <ac:chgData name="Derek Bussan" userId="6531cbcaaa6f4519" providerId="LiveId" clId="{BCE7D092-2860-4D10-82D8-3EFC3AACF812}" dt="2026-04-15T03:49:03.407" v="24"/>
          <ac:spMkLst>
            <pc:docMk/>
            <pc:sldMk cId="108835777" sldId="261"/>
            <ac:spMk id="2" creationId="{5D200962-7D8D-1C70-58BB-4EF02EB72E8F}"/>
          </ac:spMkLst>
        </pc:spChg>
        <pc:spChg chg="mod">
          <ac:chgData name="Derek Bussan" userId="6531cbcaaa6f4519" providerId="LiveId" clId="{BCE7D092-2860-4D10-82D8-3EFC3AACF812}" dt="2026-04-15T03:49:20.450" v="27" actId="20577"/>
          <ac:spMkLst>
            <pc:docMk/>
            <pc:sldMk cId="108835777" sldId="261"/>
            <ac:spMk id="3" creationId="{644D9321-B72C-68A3-EB5B-D01236D49BCD}"/>
          </ac:spMkLst>
        </pc:spChg>
      </pc:sldChg>
      <pc:sldChg chg="modSp add mod">
        <pc:chgData name="Derek Bussan" userId="6531cbcaaa6f4519" providerId="LiveId" clId="{BCE7D092-2860-4D10-82D8-3EFC3AACF812}" dt="2026-04-15T03:49:52.889" v="31" actId="20577"/>
        <pc:sldMkLst>
          <pc:docMk/>
          <pc:sldMk cId="2951367460" sldId="262"/>
        </pc:sldMkLst>
        <pc:spChg chg="mod">
          <ac:chgData name="Derek Bussan" userId="6531cbcaaa6f4519" providerId="LiveId" clId="{BCE7D092-2860-4D10-82D8-3EFC3AACF812}" dt="2026-04-15T03:49:36.501" v="28"/>
          <ac:spMkLst>
            <pc:docMk/>
            <pc:sldMk cId="2951367460" sldId="262"/>
            <ac:spMk id="2" creationId="{3D13DB25-AA58-564C-5DA7-5DF0C357B6B2}"/>
          </ac:spMkLst>
        </pc:spChg>
        <pc:spChg chg="mod">
          <ac:chgData name="Derek Bussan" userId="6531cbcaaa6f4519" providerId="LiveId" clId="{BCE7D092-2860-4D10-82D8-3EFC3AACF812}" dt="2026-04-15T03:49:52.889" v="31" actId="20577"/>
          <ac:spMkLst>
            <pc:docMk/>
            <pc:sldMk cId="2951367460" sldId="262"/>
            <ac:spMk id="3" creationId="{17C0CC2E-79B1-3767-4B2C-09B0F828D724}"/>
          </ac:spMkLst>
        </pc:spChg>
      </pc:sldChg>
      <pc:sldChg chg="addSp delSp modSp add mod replId">
        <pc:chgData name="Derek Bussan" userId="6531cbcaaa6f4519" providerId="LiveId" clId="{BCE7D092-2860-4D10-82D8-3EFC3AACF812}" dt="2026-04-15T03:53:55.199" v="39" actId="20577"/>
        <pc:sldMkLst>
          <pc:docMk/>
          <pc:sldMk cId="259421172" sldId="263"/>
        </pc:sldMkLst>
        <pc:spChg chg="mod">
          <ac:chgData name="Derek Bussan" userId="6531cbcaaa6f4519" providerId="LiveId" clId="{BCE7D092-2860-4D10-82D8-3EFC3AACF812}" dt="2026-04-15T03:53:35.730" v="34"/>
          <ac:spMkLst>
            <pc:docMk/>
            <pc:sldMk cId="259421172" sldId="263"/>
            <ac:spMk id="2" creationId="{1C8BDD2F-828B-53EF-36AE-D2543C5A0A8F}"/>
          </ac:spMkLst>
        </pc:spChg>
        <pc:spChg chg="add del mod">
          <ac:chgData name="Derek Bussan" userId="6531cbcaaa6f4519" providerId="LiveId" clId="{BCE7D092-2860-4D10-82D8-3EFC3AACF812}" dt="2026-04-15T03:53:55.199" v="39" actId="20577"/>
          <ac:spMkLst>
            <pc:docMk/>
            <pc:sldMk cId="259421172" sldId="263"/>
            <ac:spMk id="3" creationId="{51D0BB16-5F1F-FCFC-49EE-FCDD8222AE57}"/>
          </ac:spMkLst>
        </pc:spChg>
        <pc:spChg chg="add mod">
          <ac:chgData name="Derek Bussan" userId="6531cbcaaa6f4519" providerId="LiveId" clId="{BCE7D092-2860-4D10-82D8-3EFC3AACF812}" dt="2026-04-15T03:53:48.316" v="36"/>
          <ac:spMkLst>
            <pc:docMk/>
            <pc:sldMk cId="259421172" sldId="263"/>
            <ac:spMk id="4" creationId="{3FEB24DE-6FA8-53DF-5ADC-E6A947740B6B}"/>
          </ac:spMkLst>
        </pc:spChg>
      </pc:sldChg>
      <pc:sldChg chg="modSp add">
        <pc:chgData name="Derek Bussan" userId="6531cbcaaa6f4519" providerId="LiveId" clId="{BCE7D092-2860-4D10-82D8-3EFC3AACF812}" dt="2026-04-15T03:54:18.912" v="41"/>
        <pc:sldMkLst>
          <pc:docMk/>
          <pc:sldMk cId="1100068454" sldId="264"/>
        </pc:sldMkLst>
        <pc:spChg chg="mod">
          <ac:chgData name="Derek Bussan" userId="6531cbcaaa6f4519" providerId="LiveId" clId="{BCE7D092-2860-4D10-82D8-3EFC3AACF812}" dt="2026-04-15T03:54:10.242" v="40"/>
          <ac:spMkLst>
            <pc:docMk/>
            <pc:sldMk cId="1100068454" sldId="264"/>
            <ac:spMk id="2" creationId="{F51BF1DA-3BBB-6C8A-B1D8-E2DD688D7C6E}"/>
          </ac:spMkLst>
        </pc:spChg>
        <pc:spChg chg="mod">
          <ac:chgData name="Derek Bussan" userId="6531cbcaaa6f4519" providerId="LiveId" clId="{BCE7D092-2860-4D10-82D8-3EFC3AACF812}" dt="2026-04-15T03:54:18.912" v="41"/>
          <ac:spMkLst>
            <pc:docMk/>
            <pc:sldMk cId="1100068454" sldId="264"/>
            <ac:spMk id="3" creationId="{266EF735-B236-AB1B-DFA0-D783EE0F5CD4}"/>
          </ac:spMkLst>
        </pc:spChg>
      </pc:sldChg>
      <pc:sldChg chg="modSp add replId">
        <pc:chgData name="Derek Bussan" userId="6531cbcaaa6f4519" providerId="LiveId" clId="{BCE7D092-2860-4D10-82D8-3EFC3AACF812}" dt="2026-04-15T03:54:38.648" v="43"/>
        <pc:sldMkLst>
          <pc:docMk/>
          <pc:sldMk cId="4155791016" sldId="265"/>
        </pc:sldMkLst>
        <pc:spChg chg="mod">
          <ac:chgData name="Derek Bussan" userId="6531cbcaaa6f4519" providerId="LiveId" clId="{BCE7D092-2860-4D10-82D8-3EFC3AACF812}" dt="2026-04-15T03:54:30.042" v="42"/>
          <ac:spMkLst>
            <pc:docMk/>
            <pc:sldMk cId="4155791016" sldId="265"/>
            <ac:spMk id="2" creationId="{AE9C5A41-C0CA-7474-E120-16E5BA7341EF}"/>
          </ac:spMkLst>
        </pc:spChg>
        <pc:spChg chg="mod">
          <ac:chgData name="Derek Bussan" userId="6531cbcaaa6f4519" providerId="LiveId" clId="{BCE7D092-2860-4D10-82D8-3EFC3AACF812}" dt="2026-04-15T03:54:38.648" v="43"/>
          <ac:spMkLst>
            <pc:docMk/>
            <pc:sldMk cId="4155791016" sldId="265"/>
            <ac:spMk id="3" creationId="{E1A72B07-E65A-95B9-F11C-C7D4F4E415CE}"/>
          </ac:spMkLst>
        </pc:spChg>
      </pc:sldChg>
      <pc:sldChg chg="addSp delSp modSp add mod replId">
        <pc:chgData name="Derek Bussan" userId="6531cbcaaa6f4519" providerId="LiveId" clId="{BCE7D092-2860-4D10-82D8-3EFC3AACF812}" dt="2026-04-15T03:55:11.455" v="49" actId="20577"/>
        <pc:sldMkLst>
          <pc:docMk/>
          <pc:sldMk cId="2364851446" sldId="266"/>
        </pc:sldMkLst>
        <pc:spChg chg="mod">
          <ac:chgData name="Derek Bussan" userId="6531cbcaaa6f4519" providerId="LiveId" clId="{BCE7D092-2860-4D10-82D8-3EFC3AACF812}" dt="2026-04-15T03:54:50.197" v="44"/>
          <ac:spMkLst>
            <pc:docMk/>
            <pc:sldMk cId="2364851446" sldId="266"/>
            <ac:spMk id="2" creationId="{31E88A2E-1A79-D371-DB79-892C8033A26E}"/>
          </ac:spMkLst>
        </pc:spChg>
        <pc:spChg chg="add del mod">
          <ac:chgData name="Derek Bussan" userId="6531cbcaaa6f4519" providerId="LiveId" clId="{BCE7D092-2860-4D10-82D8-3EFC3AACF812}" dt="2026-04-15T03:55:11.455" v="49" actId="20577"/>
          <ac:spMkLst>
            <pc:docMk/>
            <pc:sldMk cId="2364851446" sldId="266"/>
            <ac:spMk id="3" creationId="{8DC78F74-55F5-631E-0B40-757A4522654E}"/>
          </ac:spMkLst>
        </pc:spChg>
        <pc:spChg chg="add mod">
          <ac:chgData name="Derek Bussan" userId="6531cbcaaa6f4519" providerId="LiveId" clId="{BCE7D092-2860-4D10-82D8-3EFC3AACF812}" dt="2026-04-15T03:55:03.765" v="46"/>
          <ac:spMkLst>
            <pc:docMk/>
            <pc:sldMk cId="2364851446" sldId="266"/>
            <ac:spMk id="4" creationId="{EB9C57E8-A0EA-BDA0-2C46-F9D776A66BE0}"/>
          </ac:spMkLst>
        </pc:spChg>
      </pc:sldChg>
      <pc:sldChg chg="addSp delSp modSp add mod replId">
        <pc:chgData name="Derek Bussan" userId="6531cbcaaa6f4519" providerId="LiveId" clId="{BCE7D092-2860-4D10-82D8-3EFC3AACF812}" dt="2026-04-15T03:55:37.356" v="55" actId="20577"/>
        <pc:sldMkLst>
          <pc:docMk/>
          <pc:sldMk cId="420987970" sldId="267"/>
        </pc:sldMkLst>
        <pc:spChg chg="mod">
          <ac:chgData name="Derek Bussan" userId="6531cbcaaa6f4519" providerId="LiveId" clId="{BCE7D092-2860-4D10-82D8-3EFC3AACF812}" dt="2026-04-15T03:55:22.064" v="50"/>
          <ac:spMkLst>
            <pc:docMk/>
            <pc:sldMk cId="420987970" sldId="267"/>
            <ac:spMk id="2" creationId="{B17E19CF-8F2A-AB92-2A86-5829CC43F03E}"/>
          </ac:spMkLst>
        </pc:spChg>
        <pc:spChg chg="add del mod">
          <ac:chgData name="Derek Bussan" userId="6531cbcaaa6f4519" providerId="LiveId" clId="{BCE7D092-2860-4D10-82D8-3EFC3AACF812}" dt="2026-04-15T03:55:37.356" v="55" actId="20577"/>
          <ac:spMkLst>
            <pc:docMk/>
            <pc:sldMk cId="420987970" sldId="267"/>
            <ac:spMk id="3" creationId="{86C1FE2E-D10A-D72E-A819-7BC47B2B23C2}"/>
          </ac:spMkLst>
        </pc:spChg>
        <pc:spChg chg="add mod">
          <ac:chgData name="Derek Bussan" userId="6531cbcaaa6f4519" providerId="LiveId" clId="{BCE7D092-2860-4D10-82D8-3EFC3AACF812}" dt="2026-04-15T03:55:30.917" v="52"/>
          <ac:spMkLst>
            <pc:docMk/>
            <pc:sldMk cId="420987970" sldId="267"/>
            <ac:spMk id="4" creationId="{26003EF5-DA21-47FD-72DE-0C1D14BB3EA5}"/>
          </ac:spMkLst>
        </pc:spChg>
      </pc:sldChg>
      <pc:sldChg chg="addSp delSp modSp add mod">
        <pc:chgData name="Derek Bussan" userId="6531cbcaaa6f4519" providerId="LiveId" clId="{BCE7D092-2860-4D10-82D8-3EFC3AACF812}" dt="2026-04-15T03:56:09.535" v="61" actId="20577"/>
        <pc:sldMkLst>
          <pc:docMk/>
          <pc:sldMk cId="70716261" sldId="268"/>
        </pc:sldMkLst>
        <pc:spChg chg="mod">
          <ac:chgData name="Derek Bussan" userId="6531cbcaaa6f4519" providerId="LiveId" clId="{BCE7D092-2860-4D10-82D8-3EFC3AACF812}" dt="2026-04-15T03:55:50.951" v="56"/>
          <ac:spMkLst>
            <pc:docMk/>
            <pc:sldMk cId="70716261" sldId="268"/>
            <ac:spMk id="2" creationId="{629207CB-A46E-371A-BA6E-4FE29CC023AD}"/>
          </ac:spMkLst>
        </pc:spChg>
        <pc:spChg chg="add del mod">
          <ac:chgData name="Derek Bussan" userId="6531cbcaaa6f4519" providerId="LiveId" clId="{BCE7D092-2860-4D10-82D8-3EFC3AACF812}" dt="2026-04-15T03:56:09.535" v="61" actId="20577"/>
          <ac:spMkLst>
            <pc:docMk/>
            <pc:sldMk cId="70716261" sldId="268"/>
            <ac:spMk id="3" creationId="{4CC4E7FE-D6B4-3AAB-C84E-7E2D1C5AB94B}"/>
          </ac:spMkLst>
        </pc:spChg>
        <pc:spChg chg="add mod">
          <ac:chgData name="Derek Bussan" userId="6531cbcaaa6f4519" providerId="LiveId" clId="{BCE7D092-2860-4D10-82D8-3EFC3AACF812}" dt="2026-04-15T03:56:02.597" v="58"/>
          <ac:spMkLst>
            <pc:docMk/>
            <pc:sldMk cId="70716261" sldId="268"/>
            <ac:spMk id="4" creationId="{2B79E1F3-7D9F-BEF1-915E-6CC89FDF4175}"/>
          </ac:spMkLst>
        </pc:spChg>
      </pc:sldChg>
      <pc:sldChg chg="modSp add replId">
        <pc:chgData name="Derek Bussan" userId="6531cbcaaa6f4519" providerId="LiveId" clId="{BCE7D092-2860-4D10-82D8-3EFC3AACF812}" dt="2026-04-15T03:56:35.690" v="63"/>
        <pc:sldMkLst>
          <pc:docMk/>
          <pc:sldMk cId="2621729236" sldId="269"/>
        </pc:sldMkLst>
        <pc:spChg chg="mod">
          <ac:chgData name="Derek Bussan" userId="6531cbcaaa6f4519" providerId="LiveId" clId="{BCE7D092-2860-4D10-82D8-3EFC3AACF812}" dt="2026-04-15T03:56:25.800" v="62"/>
          <ac:spMkLst>
            <pc:docMk/>
            <pc:sldMk cId="2621729236" sldId="269"/>
            <ac:spMk id="2" creationId="{2F3F85DE-B809-4E4B-56FA-8151C42CA178}"/>
          </ac:spMkLst>
        </pc:spChg>
        <pc:spChg chg="mod">
          <ac:chgData name="Derek Bussan" userId="6531cbcaaa6f4519" providerId="LiveId" clId="{BCE7D092-2860-4D10-82D8-3EFC3AACF812}" dt="2026-04-15T03:56:35.690" v="63"/>
          <ac:spMkLst>
            <pc:docMk/>
            <pc:sldMk cId="2621729236" sldId="269"/>
            <ac:spMk id="3" creationId="{286C92FA-AE61-FB21-6FC2-311CAF748139}"/>
          </ac:spMkLst>
        </pc:spChg>
      </pc:sldChg>
      <pc:sldChg chg="modSp add mod replId">
        <pc:chgData name="Derek Bussan" userId="6531cbcaaa6f4519" providerId="LiveId" clId="{BCE7D092-2860-4D10-82D8-3EFC3AACF812}" dt="2026-04-15T04:17:18.357" v="134" actId="27636"/>
        <pc:sldMkLst>
          <pc:docMk/>
          <pc:sldMk cId="2254214943" sldId="270"/>
        </pc:sldMkLst>
        <pc:spChg chg="mod">
          <ac:chgData name="Derek Bussan" userId="6531cbcaaa6f4519" providerId="LiveId" clId="{BCE7D092-2860-4D10-82D8-3EFC3AACF812}" dt="2026-04-15T03:56:58.177" v="64"/>
          <ac:spMkLst>
            <pc:docMk/>
            <pc:sldMk cId="2254214943" sldId="270"/>
            <ac:spMk id="2" creationId="{D4B65038-3BA8-9C4B-C155-3878E43831F3}"/>
          </ac:spMkLst>
        </pc:spChg>
        <pc:spChg chg="mod">
          <ac:chgData name="Derek Bussan" userId="6531cbcaaa6f4519" providerId="LiveId" clId="{BCE7D092-2860-4D10-82D8-3EFC3AACF812}" dt="2026-04-15T04:17:18.357" v="134" actId="27636"/>
          <ac:spMkLst>
            <pc:docMk/>
            <pc:sldMk cId="2254214943" sldId="270"/>
            <ac:spMk id="3" creationId="{3A445D6A-B2A7-4ED7-EBBD-DBFC44DAA40B}"/>
          </ac:spMkLst>
        </pc:spChg>
      </pc:sldChg>
      <pc:sldChg chg="modSp add mod replId">
        <pc:chgData name="Derek Bussan" userId="6531cbcaaa6f4519" providerId="LiveId" clId="{BCE7D092-2860-4D10-82D8-3EFC3AACF812}" dt="2026-04-15T03:57:32.728" v="68"/>
        <pc:sldMkLst>
          <pc:docMk/>
          <pc:sldMk cId="2637012844" sldId="271"/>
        </pc:sldMkLst>
        <pc:spChg chg="mod">
          <ac:chgData name="Derek Bussan" userId="6531cbcaaa6f4519" providerId="LiveId" clId="{BCE7D092-2860-4D10-82D8-3EFC3AACF812}" dt="2026-04-15T03:57:24.513" v="67" actId="20577"/>
          <ac:spMkLst>
            <pc:docMk/>
            <pc:sldMk cId="2637012844" sldId="271"/>
            <ac:spMk id="2" creationId="{8A4E01CE-5A7C-553A-C344-19592B89CA78}"/>
          </ac:spMkLst>
        </pc:spChg>
        <pc:spChg chg="mod">
          <ac:chgData name="Derek Bussan" userId="6531cbcaaa6f4519" providerId="LiveId" clId="{BCE7D092-2860-4D10-82D8-3EFC3AACF812}" dt="2026-04-15T03:57:32.728" v="68"/>
          <ac:spMkLst>
            <pc:docMk/>
            <pc:sldMk cId="2637012844" sldId="271"/>
            <ac:spMk id="3" creationId="{85204BCA-DBC5-3F3A-6E57-9A22322FDC1B}"/>
          </ac:spMkLst>
        </pc:spChg>
      </pc:sldChg>
      <pc:sldChg chg="modSp add replId">
        <pc:chgData name="Derek Bussan" userId="6531cbcaaa6f4519" providerId="LiveId" clId="{BCE7D092-2860-4D10-82D8-3EFC3AACF812}" dt="2026-04-15T03:58:42.900" v="70"/>
        <pc:sldMkLst>
          <pc:docMk/>
          <pc:sldMk cId="1539010864" sldId="272"/>
        </pc:sldMkLst>
        <pc:spChg chg="mod">
          <ac:chgData name="Derek Bussan" userId="6531cbcaaa6f4519" providerId="LiveId" clId="{BCE7D092-2860-4D10-82D8-3EFC3AACF812}" dt="2026-04-15T03:58:35.950" v="69"/>
          <ac:spMkLst>
            <pc:docMk/>
            <pc:sldMk cId="1539010864" sldId="272"/>
            <ac:spMk id="2" creationId="{0CFC7029-F825-84E6-34EA-17E100505C83}"/>
          </ac:spMkLst>
        </pc:spChg>
        <pc:spChg chg="mod">
          <ac:chgData name="Derek Bussan" userId="6531cbcaaa6f4519" providerId="LiveId" clId="{BCE7D092-2860-4D10-82D8-3EFC3AACF812}" dt="2026-04-15T03:58:42.900" v="70"/>
          <ac:spMkLst>
            <pc:docMk/>
            <pc:sldMk cId="1539010864" sldId="272"/>
            <ac:spMk id="3" creationId="{86CACB8C-BC82-7C8E-6F45-72BBA8DBA57F}"/>
          </ac:spMkLst>
        </pc:spChg>
      </pc:sldChg>
      <pc:sldChg chg="addSp delSp modSp add mod replId">
        <pc:chgData name="Derek Bussan" userId="6531cbcaaa6f4519" providerId="LiveId" clId="{BCE7D092-2860-4D10-82D8-3EFC3AACF812}" dt="2026-04-15T03:59:07.201" v="75" actId="20577"/>
        <pc:sldMkLst>
          <pc:docMk/>
          <pc:sldMk cId="1738899322" sldId="273"/>
        </pc:sldMkLst>
        <pc:spChg chg="mod">
          <ac:chgData name="Derek Bussan" userId="6531cbcaaa6f4519" providerId="LiveId" clId="{BCE7D092-2860-4D10-82D8-3EFC3AACF812}" dt="2026-04-15T03:58:51.405" v="71"/>
          <ac:spMkLst>
            <pc:docMk/>
            <pc:sldMk cId="1738899322" sldId="273"/>
            <ac:spMk id="2" creationId="{A42FF3A9-EE32-8333-2224-C1A20C34F1B3}"/>
          </ac:spMkLst>
        </pc:spChg>
        <pc:spChg chg="add del mod">
          <ac:chgData name="Derek Bussan" userId="6531cbcaaa6f4519" providerId="LiveId" clId="{BCE7D092-2860-4D10-82D8-3EFC3AACF812}" dt="2026-04-15T03:59:07.201" v="75" actId="20577"/>
          <ac:spMkLst>
            <pc:docMk/>
            <pc:sldMk cId="1738899322" sldId="273"/>
            <ac:spMk id="3" creationId="{B9015363-DC74-011C-ECE3-103800C2B405}"/>
          </ac:spMkLst>
        </pc:spChg>
        <pc:spChg chg="add mod">
          <ac:chgData name="Derek Bussan" userId="6531cbcaaa6f4519" providerId="LiveId" clId="{BCE7D092-2860-4D10-82D8-3EFC3AACF812}" dt="2026-04-15T03:59:01.402" v="73"/>
          <ac:spMkLst>
            <pc:docMk/>
            <pc:sldMk cId="1738899322" sldId="273"/>
            <ac:spMk id="4" creationId="{6EFB5B38-B028-6298-C059-8F3870657B95}"/>
          </ac:spMkLst>
        </pc:spChg>
      </pc:sldChg>
      <pc:sldChg chg="modSp add mod">
        <pc:chgData name="Derek Bussan" userId="6531cbcaaa6f4519" providerId="LiveId" clId="{BCE7D092-2860-4D10-82D8-3EFC3AACF812}" dt="2026-04-15T04:06:16.072" v="77"/>
        <pc:sldMkLst>
          <pc:docMk/>
          <pc:sldMk cId="2110909203" sldId="274"/>
        </pc:sldMkLst>
        <pc:spChg chg="mod">
          <ac:chgData name="Derek Bussan" userId="6531cbcaaa6f4519" providerId="LiveId" clId="{BCE7D092-2860-4D10-82D8-3EFC3AACF812}" dt="2026-04-15T04:06:07.262" v="76"/>
          <ac:spMkLst>
            <pc:docMk/>
            <pc:sldMk cId="2110909203" sldId="274"/>
            <ac:spMk id="2" creationId="{4DDF089E-122B-8D13-1807-858130BCBFA8}"/>
          </ac:spMkLst>
        </pc:spChg>
        <pc:spChg chg="mod">
          <ac:chgData name="Derek Bussan" userId="6531cbcaaa6f4519" providerId="LiveId" clId="{BCE7D092-2860-4D10-82D8-3EFC3AACF812}" dt="2026-04-15T04:06:16.072" v="77"/>
          <ac:spMkLst>
            <pc:docMk/>
            <pc:sldMk cId="2110909203" sldId="274"/>
            <ac:spMk id="3" creationId="{8C58609C-4255-6718-ECEB-F06A5139632F}"/>
          </ac:spMkLst>
        </pc:spChg>
      </pc:sldChg>
      <pc:sldChg chg="modSp add mod replId">
        <pc:chgData name="Derek Bussan" userId="6531cbcaaa6f4519" providerId="LiveId" clId="{BCE7D092-2860-4D10-82D8-3EFC3AACF812}" dt="2026-04-15T04:06:39.124" v="80" actId="20577"/>
        <pc:sldMkLst>
          <pc:docMk/>
          <pc:sldMk cId="1044690807" sldId="275"/>
        </pc:sldMkLst>
        <pc:spChg chg="mod">
          <ac:chgData name="Derek Bussan" userId="6531cbcaaa6f4519" providerId="LiveId" clId="{BCE7D092-2860-4D10-82D8-3EFC3AACF812}" dt="2026-04-15T04:06:27.762" v="78"/>
          <ac:spMkLst>
            <pc:docMk/>
            <pc:sldMk cId="1044690807" sldId="275"/>
            <ac:spMk id="2" creationId="{E9D59E7D-C8A7-BA5C-6AE4-8C456E118598}"/>
          </ac:spMkLst>
        </pc:spChg>
        <pc:spChg chg="mod">
          <ac:chgData name="Derek Bussan" userId="6531cbcaaa6f4519" providerId="LiveId" clId="{BCE7D092-2860-4D10-82D8-3EFC3AACF812}" dt="2026-04-15T04:06:39.124" v="80" actId="20577"/>
          <ac:spMkLst>
            <pc:docMk/>
            <pc:sldMk cId="1044690807" sldId="275"/>
            <ac:spMk id="3" creationId="{86A90D6C-F35A-C209-AF0F-28C4A7E50ECC}"/>
          </ac:spMkLst>
        </pc:spChg>
      </pc:sldChg>
      <pc:sldChg chg="modSp add mod replId">
        <pc:chgData name="Derek Bussan" userId="6531cbcaaa6f4519" providerId="LiveId" clId="{BCE7D092-2860-4D10-82D8-3EFC3AACF812}" dt="2026-04-15T04:07:08.867" v="85" actId="20577"/>
        <pc:sldMkLst>
          <pc:docMk/>
          <pc:sldMk cId="1452270176" sldId="276"/>
        </pc:sldMkLst>
        <pc:spChg chg="mod">
          <ac:chgData name="Derek Bussan" userId="6531cbcaaa6f4519" providerId="LiveId" clId="{BCE7D092-2860-4D10-82D8-3EFC3AACF812}" dt="2026-04-15T04:06:52.951" v="81"/>
          <ac:spMkLst>
            <pc:docMk/>
            <pc:sldMk cId="1452270176" sldId="276"/>
            <ac:spMk id="2" creationId="{70011D62-0847-D978-43AA-BCB564C70267}"/>
          </ac:spMkLst>
        </pc:spChg>
        <pc:spChg chg="mod">
          <ac:chgData name="Derek Bussan" userId="6531cbcaaa6f4519" providerId="LiveId" clId="{BCE7D092-2860-4D10-82D8-3EFC3AACF812}" dt="2026-04-15T04:07:08.867" v="85" actId="20577"/>
          <ac:spMkLst>
            <pc:docMk/>
            <pc:sldMk cId="1452270176" sldId="276"/>
            <ac:spMk id="3" creationId="{BA0632D7-008B-75C8-BE85-36F820F417DC}"/>
          </ac:spMkLst>
        </pc:spChg>
      </pc:sldChg>
      <pc:sldChg chg="modSp add mod replId">
        <pc:chgData name="Derek Bussan" userId="6531cbcaaa6f4519" providerId="LiveId" clId="{BCE7D092-2860-4D10-82D8-3EFC3AACF812}" dt="2026-04-15T04:07:34.350" v="87"/>
        <pc:sldMkLst>
          <pc:docMk/>
          <pc:sldMk cId="596511285" sldId="277"/>
        </pc:sldMkLst>
        <pc:spChg chg="mod">
          <ac:chgData name="Derek Bussan" userId="6531cbcaaa6f4519" providerId="LiveId" clId="{BCE7D092-2860-4D10-82D8-3EFC3AACF812}" dt="2026-04-15T04:07:22.531" v="86"/>
          <ac:spMkLst>
            <pc:docMk/>
            <pc:sldMk cId="596511285" sldId="277"/>
            <ac:spMk id="2" creationId="{1866A8A8-0AA9-AAD8-F087-5943D6DFAD44}"/>
          </ac:spMkLst>
        </pc:spChg>
        <pc:spChg chg="mod">
          <ac:chgData name="Derek Bussan" userId="6531cbcaaa6f4519" providerId="LiveId" clId="{BCE7D092-2860-4D10-82D8-3EFC3AACF812}" dt="2026-04-15T04:07:34.350" v="87"/>
          <ac:spMkLst>
            <pc:docMk/>
            <pc:sldMk cId="596511285" sldId="277"/>
            <ac:spMk id="3" creationId="{7FED21E2-E11D-335A-EFC5-F66252F9B042}"/>
          </ac:spMkLst>
        </pc:spChg>
      </pc:sldChg>
      <pc:sldChg chg="modSp add mod replId">
        <pc:chgData name="Derek Bussan" userId="6531cbcaaa6f4519" providerId="LiveId" clId="{BCE7D092-2860-4D10-82D8-3EFC3AACF812}" dt="2026-04-15T04:08:13.253" v="93" actId="20577"/>
        <pc:sldMkLst>
          <pc:docMk/>
          <pc:sldMk cId="964418379" sldId="278"/>
        </pc:sldMkLst>
        <pc:spChg chg="mod">
          <ac:chgData name="Derek Bussan" userId="6531cbcaaa6f4519" providerId="LiveId" clId="{BCE7D092-2860-4D10-82D8-3EFC3AACF812}" dt="2026-04-15T04:07:51.030" v="88"/>
          <ac:spMkLst>
            <pc:docMk/>
            <pc:sldMk cId="964418379" sldId="278"/>
            <ac:spMk id="2" creationId="{CA513095-FB64-5CCB-3B4E-37BCB8F3DBC5}"/>
          </ac:spMkLst>
        </pc:spChg>
        <pc:spChg chg="mod">
          <ac:chgData name="Derek Bussan" userId="6531cbcaaa6f4519" providerId="LiveId" clId="{BCE7D092-2860-4D10-82D8-3EFC3AACF812}" dt="2026-04-15T04:08:13.253" v="93" actId="20577"/>
          <ac:spMkLst>
            <pc:docMk/>
            <pc:sldMk cId="964418379" sldId="278"/>
            <ac:spMk id="3" creationId="{A6BCD2AB-346D-9D25-97D6-C5E88D847CE4}"/>
          </ac:spMkLst>
        </pc:spChg>
      </pc:sldChg>
      <pc:sldChg chg="modSp add mod replId">
        <pc:chgData name="Derek Bussan" userId="6531cbcaaa6f4519" providerId="LiveId" clId="{BCE7D092-2860-4D10-82D8-3EFC3AACF812}" dt="2026-04-15T04:08:43.089" v="97" actId="20577"/>
        <pc:sldMkLst>
          <pc:docMk/>
          <pc:sldMk cId="1289689523" sldId="279"/>
        </pc:sldMkLst>
        <pc:spChg chg="mod">
          <ac:chgData name="Derek Bussan" userId="6531cbcaaa6f4519" providerId="LiveId" clId="{BCE7D092-2860-4D10-82D8-3EFC3AACF812}" dt="2026-04-15T04:08:27.879" v="94"/>
          <ac:spMkLst>
            <pc:docMk/>
            <pc:sldMk cId="1289689523" sldId="279"/>
            <ac:spMk id="2" creationId="{8C65BDB8-70B2-8F8B-43EF-591DA20DC1D0}"/>
          </ac:spMkLst>
        </pc:spChg>
        <pc:spChg chg="mod">
          <ac:chgData name="Derek Bussan" userId="6531cbcaaa6f4519" providerId="LiveId" clId="{BCE7D092-2860-4D10-82D8-3EFC3AACF812}" dt="2026-04-15T04:08:43.089" v="97" actId="20577"/>
          <ac:spMkLst>
            <pc:docMk/>
            <pc:sldMk cId="1289689523" sldId="279"/>
            <ac:spMk id="3" creationId="{BEC2433A-7C30-CE6D-D2DF-4AD309DFF404}"/>
          </ac:spMkLst>
        </pc:spChg>
      </pc:sldChg>
      <pc:sldChg chg="modSp add mod replId">
        <pc:chgData name="Derek Bussan" userId="6531cbcaaa6f4519" providerId="LiveId" clId="{BCE7D092-2860-4D10-82D8-3EFC3AACF812}" dt="2026-04-15T04:09:07.851" v="99"/>
        <pc:sldMkLst>
          <pc:docMk/>
          <pc:sldMk cId="1794636526" sldId="280"/>
        </pc:sldMkLst>
        <pc:spChg chg="mod">
          <ac:chgData name="Derek Bussan" userId="6531cbcaaa6f4519" providerId="LiveId" clId="{BCE7D092-2860-4D10-82D8-3EFC3AACF812}" dt="2026-04-15T04:08:55.450" v="98"/>
          <ac:spMkLst>
            <pc:docMk/>
            <pc:sldMk cId="1794636526" sldId="280"/>
            <ac:spMk id="2" creationId="{816CBF49-A02C-9D09-19FD-555F2F248F54}"/>
          </ac:spMkLst>
        </pc:spChg>
        <pc:spChg chg="mod">
          <ac:chgData name="Derek Bussan" userId="6531cbcaaa6f4519" providerId="LiveId" clId="{BCE7D092-2860-4D10-82D8-3EFC3AACF812}" dt="2026-04-15T04:09:07.851" v="99"/>
          <ac:spMkLst>
            <pc:docMk/>
            <pc:sldMk cId="1794636526" sldId="280"/>
            <ac:spMk id="3" creationId="{0E56A28A-7A1B-A87F-6E39-4CB1C0D46F5B}"/>
          </ac:spMkLst>
        </pc:spChg>
      </pc:sldChg>
      <pc:sldChg chg="modSp add mod replId">
        <pc:chgData name="Derek Bussan" userId="6531cbcaaa6f4519" providerId="LiveId" clId="{BCE7D092-2860-4D10-82D8-3EFC3AACF812}" dt="2026-04-15T04:09:40.896" v="102" actId="20577"/>
        <pc:sldMkLst>
          <pc:docMk/>
          <pc:sldMk cId="868886846" sldId="281"/>
        </pc:sldMkLst>
        <pc:spChg chg="mod">
          <ac:chgData name="Derek Bussan" userId="6531cbcaaa6f4519" providerId="LiveId" clId="{BCE7D092-2860-4D10-82D8-3EFC3AACF812}" dt="2026-04-15T04:09:25.287" v="100"/>
          <ac:spMkLst>
            <pc:docMk/>
            <pc:sldMk cId="868886846" sldId="281"/>
            <ac:spMk id="2" creationId="{F9817F63-889C-1BE4-8876-41868D09F2A9}"/>
          </ac:spMkLst>
        </pc:spChg>
        <pc:spChg chg="mod">
          <ac:chgData name="Derek Bussan" userId="6531cbcaaa6f4519" providerId="LiveId" clId="{BCE7D092-2860-4D10-82D8-3EFC3AACF812}" dt="2026-04-15T04:09:40.896" v="102" actId="20577"/>
          <ac:spMkLst>
            <pc:docMk/>
            <pc:sldMk cId="868886846" sldId="281"/>
            <ac:spMk id="3" creationId="{962FD95B-D792-AB70-7990-6AB31EC82597}"/>
          </ac:spMkLst>
        </pc:spChg>
      </pc:sldChg>
      <pc:sldChg chg="add replId">
        <pc:chgData name="Derek Bussan" userId="6531cbcaaa6f4519" providerId="LiveId" clId="{BCE7D092-2860-4D10-82D8-3EFC3AACF812}" dt="2026-04-15T03:50:15.442" v="32" actId="2890"/>
        <pc:sldMkLst>
          <pc:docMk/>
          <pc:sldMk cId="4148964672" sldId="282"/>
        </pc:sldMkLst>
      </pc:sldChg>
      <pc:sldChg chg="add replId">
        <pc:chgData name="Derek Bussan" userId="6531cbcaaa6f4519" providerId="LiveId" clId="{BCE7D092-2860-4D10-82D8-3EFC3AACF812}" dt="2026-04-15T03:50:15.442" v="32" actId="2890"/>
        <pc:sldMkLst>
          <pc:docMk/>
          <pc:sldMk cId="1795193983" sldId="283"/>
        </pc:sldMkLst>
      </pc:sldChg>
      <pc:sldChg chg="add replId">
        <pc:chgData name="Derek Bussan" userId="6531cbcaaa6f4519" providerId="LiveId" clId="{BCE7D092-2860-4D10-82D8-3EFC3AACF812}" dt="2026-04-15T03:50:15.442" v="32" actId="2890"/>
        <pc:sldMkLst>
          <pc:docMk/>
          <pc:sldMk cId="3331091800" sldId="284"/>
        </pc:sldMkLst>
      </pc:sldChg>
      <pc:sldChg chg="addSp delSp modSp add mod">
        <pc:chgData name="Derek Bussan" userId="6531cbcaaa6f4519" providerId="LiveId" clId="{BCE7D092-2860-4D10-82D8-3EFC3AACF812}" dt="2026-04-15T04:14:54.670" v="109" actId="20577"/>
        <pc:sldMkLst>
          <pc:docMk/>
          <pc:sldMk cId="3524547565" sldId="285"/>
        </pc:sldMkLst>
        <pc:spChg chg="mod">
          <ac:chgData name="Derek Bussan" userId="6531cbcaaa6f4519" providerId="LiveId" clId="{BCE7D092-2860-4D10-82D8-3EFC3AACF812}" dt="2026-04-15T04:14:35.017" v="103"/>
          <ac:spMkLst>
            <pc:docMk/>
            <pc:sldMk cId="3524547565" sldId="285"/>
            <ac:spMk id="2" creationId="{DD5950FA-6EBA-2D61-49C9-8E97FCAEB157}"/>
          </ac:spMkLst>
        </pc:spChg>
        <pc:spChg chg="add del mod">
          <ac:chgData name="Derek Bussan" userId="6531cbcaaa6f4519" providerId="LiveId" clId="{BCE7D092-2860-4D10-82D8-3EFC3AACF812}" dt="2026-04-15T04:14:54.670" v="109" actId="20577"/>
          <ac:spMkLst>
            <pc:docMk/>
            <pc:sldMk cId="3524547565" sldId="285"/>
            <ac:spMk id="3" creationId="{CF599076-8C25-48F8-F3FF-10F848FEE85C}"/>
          </ac:spMkLst>
        </pc:spChg>
        <pc:spChg chg="add mod">
          <ac:chgData name="Derek Bussan" userId="6531cbcaaa6f4519" providerId="LiveId" clId="{BCE7D092-2860-4D10-82D8-3EFC3AACF812}" dt="2026-04-15T04:14:44.676" v="105"/>
          <ac:spMkLst>
            <pc:docMk/>
            <pc:sldMk cId="3524547565" sldId="285"/>
            <ac:spMk id="4" creationId="{DA45C093-87E5-5E87-2E57-A400496D5CF1}"/>
          </ac:spMkLst>
        </pc:spChg>
      </pc:sldChg>
      <pc:sldChg chg="addSp delSp modSp add mod replId">
        <pc:chgData name="Derek Bussan" userId="6531cbcaaa6f4519" providerId="LiveId" clId="{BCE7D092-2860-4D10-82D8-3EFC3AACF812}" dt="2026-04-15T04:15:23.987" v="116" actId="20577"/>
        <pc:sldMkLst>
          <pc:docMk/>
          <pc:sldMk cId="700297715" sldId="286"/>
        </pc:sldMkLst>
        <pc:spChg chg="mod">
          <ac:chgData name="Derek Bussan" userId="6531cbcaaa6f4519" providerId="LiveId" clId="{BCE7D092-2860-4D10-82D8-3EFC3AACF812}" dt="2026-04-15T04:15:04.392" v="110"/>
          <ac:spMkLst>
            <pc:docMk/>
            <pc:sldMk cId="700297715" sldId="286"/>
            <ac:spMk id="2" creationId="{4C594D2F-0A9E-5902-B1E7-B34C53D763B1}"/>
          </ac:spMkLst>
        </pc:spChg>
        <pc:spChg chg="add del mod">
          <ac:chgData name="Derek Bussan" userId="6531cbcaaa6f4519" providerId="LiveId" clId="{BCE7D092-2860-4D10-82D8-3EFC3AACF812}" dt="2026-04-15T04:15:23.987" v="116" actId="20577"/>
          <ac:spMkLst>
            <pc:docMk/>
            <pc:sldMk cId="700297715" sldId="286"/>
            <ac:spMk id="3" creationId="{121EA203-F79D-B21F-C89B-7E9AC0CE5CB1}"/>
          </ac:spMkLst>
        </pc:spChg>
        <pc:spChg chg="add mod">
          <ac:chgData name="Derek Bussan" userId="6531cbcaaa6f4519" providerId="LiveId" clId="{BCE7D092-2860-4D10-82D8-3EFC3AACF812}" dt="2026-04-15T04:15:13.452" v="112"/>
          <ac:spMkLst>
            <pc:docMk/>
            <pc:sldMk cId="700297715" sldId="286"/>
            <ac:spMk id="4" creationId="{6528ADB4-A1B8-01AB-B877-D47346D3C3C7}"/>
          </ac:spMkLst>
        </pc:spChg>
      </pc:sldChg>
      <pc:sldChg chg="modSp add replId">
        <pc:chgData name="Derek Bussan" userId="6531cbcaaa6f4519" providerId="LiveId" clId="{BCE7D092-2860-4D10-82D8-3EFC3AACF812}" dt="2026-04-15T04:15:41.712" v="118"/>
        <pc:sldMkLst>
          <pc:docMk/>
          <pc:sldMk cId="4035693677" sldId="287"/>
        </pc:sldMkLst>
        <pc:spChg chg="mod">
          <ac:chgData name="Derek Bussan" userId="6531cbcaaa6f4519" providerId="LiveId" clId="{BCE7D092-2860-4D10-82D8-3EFC3AACF812}" dt="2026-04-15T04:15:34.291" v="117"/>
          <ac:spMkLst>
            <pc:docMk/>
            <pc:sldMk cId="4035693677" sldId="287"/>
            <ac:spMk id="2" creationId="{E495CC57-5251-89E8-3BE5-7CD7C6CA5302}"/>
          </ac:spMkLst>
        </pc:spChg>
        <pc:spChg chg="mod">
          <ac:chgData name="Derek Bussan" userId="6531cbcaaa6f4519" providerId="LiveId" clId="{BCE7D092-2860-4D10-82D8-3EFC3AACF812}" dt="2026-04-15T04:15:41.712" v="118"/>
          <ac:spMkLst>
            <pc:docMk/>
            <pc:sldMk cId="4035693677" sldId="287"/>
            <ac:spMk id="3" creationId="{7176652F-2A6A-F4B7-EAD9-B107EC4299BB}"/>
          </ac:spMkLst>
        </pc:spChg>
      </pc:sldChg>
      <pc:sldChg chg="modSp add replId">
        <pc:chgData name="Derek Bussan" userId="6531cbcaaa6f4519" providerId="LiveId" clId="{BCE7D092-2860-4D10-82D8-3EFC3AACF812}" dt="2026-04-15T04:15:59.161" v="120"/>
        <pc:sldMkLst>
          <pc:docMk/>
          <pc:sldMk cId="2407989778" sldId="288"/>
        </pc:sldMkLst>
        <pc:spChg chg="mod">
          <ac:chgData name="Derek Bussan" userId="6531cbcaaa6f4519" providerId="LiveId" clId="{BCE7D092-2860-4D10-82D8-3EFC3AACF812}" dt="2026-04-15T04:15:52.275" v="119"/>
          <ac:spMkLst>
            <pc:docMk/>
            <pc:sldMk cId="2407989778" sldId="288"/>
            <ac:spMk id="2" creationId="{05811229-07AA-9E38-776B-44A960882172}"/>
          </ac:spMkLst>
        </pc:spChg>
        <pc:spChg chg="mod">
          <ac:chgData name="Derek Bussan" userId="6531cbcaaa6f4519" providerId="LiveId" clId="{BCE7D092-2860-4D10-82D8-3EFC3AACF812}" dt="2026-04-15T04:15:59.161" v="120"/>
          <ac:spMkLst>
            <pc:docMk/>
            <pc:sldMk cId="2407989778" sldId="288"/>
            <ac:spMk id="3" creationId="{C794E59A-E106-C6DD-E093-4DBCFDDA3F64}"/>
          </ac:spMkLst>
        </pc:spChg>
      </pc:sldChg>
      <pc:sldChg chg="add replId">
        <pc:chgData name="Derek Bussan" userId="6531cbcaaa6f4519" providerId="LiveId" clId="{BCE7D092-2860-4D10-82D8-3EFC3AACF812}" dt="2026-04-15T03:50:26.645" v="33" actId="2890"/>
        <pc:sldMkLst>
          <pc:docMk/>
          <pc:sldMk cId="1028145234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873E-47D2-2A2B-0DCC-6F521C414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0CF09-FADF-92EA-7C5D-74802ED34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82B03-E24F-D558-4327-D20986C1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FCAF3-6AF2-9BDF-FF79-703CAFBA6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918C9-9676-E41D-71F4-B8C4BBE3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2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6CE3-9ADD-97A7-1DB8-5713C661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14D7-001D-53C3-04DB-1F979D14B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9640-D51D-8EB8-8797-091D5472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7221C-B8BB-F0B9-AFB5-81D953A4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BF4FC-4D32-E0DF-2181-E4C3DFBA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1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E475-06F0-C369-F424-B957E8B6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BA134-E9A4-CED9-4DDB-407ABA1E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730D-93FC-5770-0CEC-2FE1710D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5B2BD-3D18-7B39-4ADE-0740A736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8380-8BEE-FC9B-81CD-B3DDEF4A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7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331E-43F7-DED2-2B75-CF1E2938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93EF-E81E-E8BF-A017-456FB90E8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89B35-7784-9F0F-D770-7F1C0C87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FFABD-CDB2-ACC7-B647-EC9C4D26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0791E-4FA4-D733-0590-2730109F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2CA5A-9394-EBEE-1C8D-B036F644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20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6E6D-1949-BADF-B1EB-DF5F31F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B23A5-D170-D131-37AF-2C254A777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0A7D7-D73E-0AEB-BED6-175C02063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85944-7005-A836-A974-39B595B6B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F9A88-3FCA-B083-287B-1068D0926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2A8F1-228A-7D49-A1A7-2EB12A29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58C55-D27B-1695-AF3F-57841726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79155-1766-985F-F0E8-1D6E5B10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67B0-71D0-EA62-4998-4986CC2A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9ECAC-42B0-0111-2917-0875C7E1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DEAE9-901D-E032-A55F-B8E543DA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D3466-3EAA-568D-B830-832A51EF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0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5652C-905F-4CB7-989F-065154D78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36FBE-A809-F0F7-05A8-85815ED9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DF5B8-0D10-D1F4-43C3-EDE75DC7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C954-625B-B16A-36A6-0C4F5CCD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2047-13E2-8CE7-9350-73032F785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9EBF6-5E39-690B-5B9D-03EE6BB40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0B5E1-9970-29DE-9607-F5CE58B8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45BE9-4802-16FC-FE56-3CFA6262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92A1D-9F9C-E47E-A017-3A233F11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2FFF-8335-FAF8-40F7-8D174238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5C240-984B-B378-3A3D-6293F03D3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36B2A-14F1-E574-27C3-069FCAD25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4D852-C788-B439-A5E4-BB36C2EC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D27F8-A962-FFFE-0584-5F820EB6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72831-3812-9B1D-9A03-83612721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5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EB4D-06E4-A7A7-4DA6-0A8D8E22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75FA-52DE-950D-B701-FF0E4C612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A2195-242D-E0B9-2263-E510EC48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62988-9595-7E04-A6E7-2F531CD5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EEDC0-2C9E-6001-ACCC-B258A29B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9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A5313-0EA7-B72F-0B97-E043CA1F8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05635-4689-DFEA-790B-73EC70783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35882-DEE3-ED7C-872E-75FD6D8E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CC12E-5786-3448-653A-27148304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882C0-BAEB-76AF-F6D5-1DAAC4E2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76D1E-7226-B86C-E78F-7F44E9A2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B9A39-D330-ED42-8ACD-2A7C791A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96C40-9056-6FB7-1155-7F004ED4F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8249B-B555-44FA-B5AC-5982A33656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AD2AF-E49A-97BD-E978-346E6340F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A4D1B-1705-06F0-3816-CD66209A7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B2E3E-A91A-4807-87C7-B6B802FE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5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F049-9C18-EDE9-06CE-71BD1F61E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Career Strategy: Playing the Long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FBDD4-48D8-E765-9C8B-CE78F04C6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2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B618-43EF-4DFC-9F66-8E244307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of you think your career will be linear?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7CDCF-5AD0-E931-A01C-4A56E4B3F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29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FA1D-9236-86F3-8768-77638F13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Reality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6CC80-8479-F7B6-E8E6-2929E8DDB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Careers are rarely linear</a:t>
            </a:r>
          </a:p>
          <a:p>
            <a:r>
              <a:rPr lang="en-US" dirty="0"/>
              <a:t>Most success is not planned—it’s positioned</a:t>
            </a:r>
          </a:p>
          <a:p>
            <a:r>
              <a:rPr lang="en-US" dirty="0"/>
              <a:t>Early decisions compound</a:t>
            </a:r>
          </a:p>
        </p:txBody>
      </p:sp>
    </p:spTree>
    <p:extLst>
      <p:ext uri="{BB962C8B-B14F-4D97-AF65-F5344CB8AC3E}">
        <p14:creationId xmlns:p14="http://schemas.microsoft.com/office/powerpoint/2010/main" val="90873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D219-9B4E-A47A-EA7E-FBCE1C82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Truth About Careers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7C945-4533-0F7D-13ED-641974B03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Promotions ≠ success</a:t>
            </a:r>
          </a:p>
          <a:p>
            <a:r>
              <a:rPr lang="en-US" dirty="0"/>
              <a:t>Hard work is expected—not rewarded alone</a:t>
            </a:r>
          </a:p>
          <a:p>
            <a:r>
              <a:rPr lang="en-US" dirty="0"/>
              <a:t>Visibility matters</a:t>
            </a:r>
          </a:p>
        </p:txBody>
      </p:sp>
    </p:spTree>
    <p:extLst>
      <p:ext uri="{BB962C8B-B14F-4D97-AF65-F5344CB8AC3E}">
        <p14:creationId xmlns:p14="http://schemas.microsoft.com/office/powerpoint/2010/main" val="3398527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C217-0DD2-15B6-4C82-21B63C98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Actually Drives Careers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55F1-A825-2FE4-BD5D-EF0ADB975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Drivers of Career Growth:</a:t>
            </a:r>
          </a:p>
          <a:p>
            <a:r>
              <a:rPr lang="en-US" dirty="0"/>
              <a:t>Performance (baseline)</a:t>
            </a:r>
          </a:p>
          <a:p>
            <a:r>
              <a:rPr lang="en-US" dirty="0"/>
              <a:t>Relationships (multiplier)</a:t>
            </a:r>
          </a:p>
          <a:p>
            <a:r>
              <a:rPr lang="en-US" dirty="0"/>
              <a:t>Positioning (accelerator)</a:t>
            </a:r>
          </a:p>
        </p:txBody>
      </p:sp>
    </p:spTree>
    <p:extLst>
      <p:ext uri="{BB962C8B-B14F-4D97-AF65-F5344CB8AC3E}">
        <p14:creationId xmlns:p14="http://schemas.microsoft.com/office/powerpoint/2010/main" val="130215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3A8B-3081-10EC-6B92-5FAE23D0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0962-7D8D-1C70-58BB-4EF02EB7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(Baseline)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9321-B72C-68A3-EB5B-D01236D4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must be competent</a:t>
            </a:r>
          </a:p>
          <a:p>
            <a:r>
              <a:rPr lang="en-US" dirty="0"/>
              <a:t>You must deliver</a:t>
            </a:r>
          </a:p>
          <a:p>
            <a:r>
              <a:rPr lang="en-US" dirty="0"/>
              <a:t>But… everyone at the top is already good</a:t>
            </a:r>
          </a:p>
        </p:txBody>
      </p:sp>
    </p:spTree>
    <p:extLst>
      <p:ext uri="{BB962C8B-B14F-4D97-AF65-F5344CB8AC3E}">
        <p14:creationId xmlns:p14="http://schemas.microsoft.com/office/powerpoint/2010/main" val="10883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B988-44BA-D667-AB1C-6C7AB97C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DB25-AA58-564C-5DA7-5DF0C357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(Multiplier)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CC2E-79B1-3767-4B2C-09B0F828D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trusts you?</a:t>
            </a:r>
          </a:p>
          <a:p>
            <a:r>
              <a:rPr lang="en-US" dirty="0"/>
              <a:t>Who advocates for you?</a:t>
            </a:r>
          </a:p>
          <a:p>
            <a:r>
              <a:rPr lang="en-US" dirty="0"/>
              <a:t>Who knows your work?</a:t>
            </a:r>
          </a:p>
        </p:txBody>
      </p:sp>
    </p:spTree>
    <p:extLst>
      <p:ext uri="{BB962C8B-B14F-4D97-AF65-F5344CB8AC3E}">
        <p14:creationId xmlns:p14="http://schemas.microsoft.com/office/powerpoint/2010/main" val="295136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0C78-A507-CAEB-B6F3-80DE5149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DD2F-828B-53EF-36AE-D2543C5A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(Accelerator)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0BB16-5F1F-FCFC-49EE-FCDD8222A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role are you in?</a:t>
            </a:r>
          </a:p>
          <a:p>
            <a:r>
              <a:rPr lang="en-US" dirty="0"/>
              <a:t>Who do you report to?</a:t>
            </a:r>
          </a:p>
          <a:p>
            <a:r>
              <a:rPr lang="en-US" dirty="0"/>
              <a:t>What visibility do you have?</a:t>
            </a:r>
          </a:p>
        </p:txBody>
      </p:sp>
    </p:spTree>
    <p:extLst>
      <p:ext uri="{BB962C8B-B14F-4D97-AF65-F5344CB8AC3E}">
        <p14:creationId xmlns:p14="http://schemas.microsoft.com/office/powerpoint/2010/main" val="25942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19A1-B4D1-0B46-7511-4DFE53A9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F1DA-3BBB-6C8A-B1D8-E2DD688D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F735-B236-AB1B-DFA0-D783EE0F5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not just doing a job—you are building a trajectory.</a:t>
            </a:r>
          </a:p>
        </p:txBody>
      </p:sp>
    </p:spTree>
    <p:extLst>
      <p:ext uri="{BB962C8B-B14F-4D97-AF65-F5344CB8AC3E}">
        <p14:creationId xmlns:p14="http://schemas.microsoft.com/office/powerpoint/2010/main" val="110006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97CA-E3E2-416F-2300-8FCC20E3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5A41-C0CA-7474-E120-16E5BA73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3-Lens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2B07-E65A-95B9-F11C-C7D4F4E4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every opportunity through:</a:t>
            </a:r>
          </a:p>
          <a:p>
            <a:r>
              <a:rPr lang="en-US" dirty="0"/>
              <a:t>Skills </a:t>
            </a:r>
          </a:p>
          <a:p>
            <a:r>
              <a:rPr lang="en-US" dirty="0"/>
              <a:t>Exposure </a:t>
            </a:r>
          </a:p>
          <a:p>
            <a:r>
              <a:rPr lang="en-US" dirty="0"/>
              <a:t>Trajectory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91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AA64-14EE-BF62-5A49-234BA53C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8A2E-1A79-D371-DB79-892C8033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 1: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78F74-55F5-631E-0B40-757A45226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am I learning?</a:t>
            </a:r>
          </a:p>
          <a:p>
            <a:r>
              <a:rPr lang="en-US" dirty="0"/>
              <a:t>Are these skills marketable?</a:t>
            </a:r>
          </a:p>
          <a:p>
            <a:r>
              <a:rPr lang="en-US" dirty="0"/>
              <a:t>Will this make me more valuable?</a:t>
            </a:r>
          </a:p>
        </p:txBody>
      </p:sp>
    </p:spTree>
    <p:extLst>
      <p:ext uri="{BB962C8B-B14F-4D97-AF65-F5344CB8AC3E}">
        <p14:creationId xmlns:p14="http://schemas.microsoft.com/office/powerpoint/2010/main" val="236485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50CEB-1B5B-A01D-305A-7D468CFD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19CF-8F2A-AB92-2A86-5829CC43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 2: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FE2E-D10A-D72E-A819-7BC47B2B2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sees my work?</a:t>
            </a:r>
          </a:p>
          <a:p>
            <a:r>
              <a:rPr lang="en-US" dirty="0"/>
              <a:t>Do leaders know my name?</a:t>
            </a:r>
          </a:p>
          <a:p>
            <a:r>
              <a:rPr lang="en-US" dirty="0"/>
              <a:t>Am I in the right rooms?</a:t>
            </a:r>
          </a:p>
        </p:txBody>
      </p:sp>
    </p:spTree>
    <p:extLst>
      <p:ext uri="{BB962C8B-B14F-4D97-AF65-F5344CB8AC3E}">
        <p14:creationId xmlns:p14="http://schemas.microsoft.com/office/powerpoint/2010/main" val="420987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6D2A-1DE6-9864-1063-FA10CC66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07CB-A46E-371A-BA6E-4FE29CC0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 3: Trajectory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4E7FE-D6B4-3AAB-C84E-7E2D1C5AB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this role lead?</a:t>
            </a:r>
          </a:p>
          <a:p>
            <a:r>
              <a:rPr lang="en-US" dirty="0"/>
              <a:t>What doors will it open?</a:t>
            </a:r>
          </a:p>
          <a:p>
            <a:r>
              <a:rPr lang="en-US" dirty="0"/>
              <a:t>What is the next step?</a:t>
            </a:r>
          </a:p>
        </p:txBody>
      </p:sp>
    </p:spTree>
    <p:extLst>
      <p:ext uri="{BB962C8B-B14F-4D97-AF65-F5344CB8AC3E}">
        <p14:creationId xmlns:p14="http://schemas.microsoft.com/office/powerpoint/2010/main" val="70716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3E6C-C2FA-719E-C5F4-701F07CD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85DE-B809-4E4B-56FA-8151C42C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C92FA-AE61-FB21-6FC2-311CAF748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role lacks 2 of the 3 lenses → rethink it.</a:t>
            </a:r>
          </a:p>
        </p:txBody>
      </p:sp>
    </p:spTree>
    <p:extLst>
      <p:ext uri="{BB962C8B-B14F-4D97-AF65-F5344CB8AC3E}">
        <p14:creationId xmlns:p14="http://schemas.microsoft.com/office/powerpoint/2010/main" val="262172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7F03-59F6-2382-FAD9-5117B2AC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5038-3BA8-9C4B-C155-3878E438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Example (Discussion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45D6A-B2A7-4ED7-EBBD-DBFC44DAA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Job A</a:t>
            </a:r>
          </a:p>
          <a:p>
            <a:r>
              <a:rPr lang="en-US" dirty="0"/>
              <a:t>$72,000 salary </a:t>
            </a:r>
          </a:p>
          <a:p>
            <a:r>
              <a:rPr lang="en-US" dirty="0"/>
              <a:t>Large company (Fortune 500) </a:t>
            </a:r>
          </a:p>
          <a:p>
            <a:r>
              <a:rPr lang="en-US" dirty="0"/>
              <a:t>Narrow role (data analyst – repetitive tasks) </a:t>
            </a:r>
          </a:p>
          <a:p>
            <a:r>
              <a:rPr lang="en-US" dirty="0"/>
              <a:t>Manager is mid-level, limited influence </a:t>
            </a:r>
          </a:p>
          <a:p>
            <a:r>
              <a:rPr lang="en-US" dirty="0"/>
              <a:t>Low interaction with leadership </a:t>
            </a:r>
          </a:p>
          <a:p>
            <a:r>
              <a:rPr lang="en-US" b="1" dirty="0"/>
              <a:t>Job B</a:t>
            </a:r>
          </a:p>
          <a:p>
            <a:r>
              <a:rPr lang="en-US" dirty="0"/>
              <a:t>$60,000 salary </a:t>
            </a:r>
          </a:p>
          <a:p>
            <a:r>
              <a:rPr lang="en-US" dirty="0"/>
              <a:t>Smaller organization </a:t>
            </a:r>
          </a:p>
          <a:p>
            <a:r>
              <a:rPr lang="en-US" dirty="0"/>
              <a:t>Broad role (analytics + strategy + presentations) </a:t>
            </a:r>
          </a:p>
          <a:p>
            <a:r>
              <a:rPr lang="en-US" dirty="0"/>
              <a:t>Direct exposure to senior leadership </a:t>
            </a:r>
          </a:p>
          <a:p>
            <a:r>
              <a:rPr lang="en-US" dirty="0"/>
              <a:t>Presenting results monthly </a:t>
            </a:r>
          </a:p>
          <a:p>
            <a:endParaRPr lang="en-US"/>
          </a:p>
          <a:p>
            <a:r>
              <a:rPr lang="en-US"/>
              <a:t>Which </a:t>
            </a:r>
            <a:r>
              <a:rPr lang="en-US" dirty="0"/>
              <a:t>would you take and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1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594D-9CCE-7F85-CE6C-9FD20C5D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1CE-5A7C-553A-C344-19592B89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Myth vs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4BCA-DBC5-3F3A-6E57-9A22322FD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❌ Work hard → get promoted</a:t>
            </a:r>
            <a:br>
              <a:rPr lang="en-US" dirty="0"/>
            </a:br>
            <a:r>
              <a:rPr lang="en-US" dirty="0"/>
              <a:t>✅ Be visible, trusted, aligned → get promoted</a:t>
            </a:r>
          </a:p>
        </p:txBody>
      </p:sp>
    </p:spTree>
    <p:extLst>
      <p:ext uri="{BB962C8B-B14F-4D97-AF65-F5344CB8AC3E}">
        <p14:creationId xmlns:p14="http://schemas.microsoft.com/office/powerpoint/2010/main" val="263701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CA5BB-C1EF-70D3-E06B-F21F85BD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7029-F825-84E6-34EA-17E10050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Leaders Actually 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CB8C-BC82-7C8E-6F45-72BBA8DBA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 </a:t>
            </a:r>
          </a:p>
          <a:p>
            <a:r>
              <a:rPr lang="en-US" dirty="0"/>
              <a:t>Communication </a:t>
            </a:r>
          </a:p>
          <a:p>
            <a:r>
              <a:rPr lang="en-US" dirty="0"/>
              <a:t>Judgment </a:t>
            </a:r>
          </a:p>
          <a:p>
            <a:r>
              <a:rPr lang="en-US" dirty="0"/>
              <a:t>Ability to solve problems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01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5C97-3CEC-4085-B719-A7ADD95C8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F3A9-EE32-8333-2224-C1A20C34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Mentors vs Sponsors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15363-DC74-011C-ECE3-103800C2B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Mentor: gives advice</a:t>
            </a:r>
          </a:p>
          <a:p>
            <a:r>
              <a:rPr lang="en-US" dirty="0"/>
              <a:t>Sponsor: advocates for you in rooms you’re not in</a:t>
            </a:r>
          </a:p>
        </p:txBody>
      </p:sp>
    </p:spTree>
    <p:extLst>
      <p:ext uri="{BB962C8B-B14F-4D97-AF65-F5344CB8AC3E}">
        <p14:creationId xmlns:p14="http://schemas.microsoft.com/office/powerpoint/2010/main" val="1738899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17FB-1AD6-BCE3-A5C0-73F2E0E0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089E-122B-8D13-1807-858130BC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Visibility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609C-4255-6718-ECEB-F06A51396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 one knows your work… it doesn’t exist.</a:t>
            </a:r>
          </a:p>
        </p:txBody>
      </p:sp>
    </p:spTree>
    <p:extLst>
      <p:ext uri="{BB962C8B-B14F-4D97-AF65-F5344CB8AC3E}">
        <p14:creationId xmlns:p14="http://schemas.microsoft.com/office/powerpoint/2010/main" val="2110909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5424-8BC1-3889-F434-3A6D7F48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9E7D-C8A7-BA5C-6AE4-8C456E11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90D6C-F35A-C209-AF0F-28C4A7E50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jobs are good jobs</a:t>
            </a:r>
          </a:p>
          <a:p>
            <a:r>
              <a:rPr lang="en-US" dirty="0"/>
              <a:t>Some roles slow your growth</a:t>
            </a:r>
          </a:p>
        </p:txBody>
      </p:sp>
    </p:spTree>
    <p:extLst>
      <p:ext uri="{BB962C8B-B14F-4D97-AF65-F5344CB8AC3E}">
        <p14:creationId xmlns:p14="http://schemas.microsoft.com/office/powerpoint/2010/main" val="1044690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8A89-BE3D-3CBF-3661-D8E847FC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1D62-0847-D978-43AA-BCB564C7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of a Dead-End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632D7-008B-75C8-BE85-36F820F41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advancement path</a:t>
            </a:r>
          </a:p>
          <a:p>
            <a:r>
              <a:rPr lang="en-US" dirty="0"/>
              <a:t>Low visibility</a:t>
            </a:r>
          </a:p>
          <a:p>
            <a:r>
              <a:rPr lang="en-US" dirty="0"/>
              <a:t>Repetitive work</a:t>
            </a:r>
          </a:p>
          <a:p>
            <a:r>
              <a:rPr lang="en-US" dirty="0"/>
              <a:t>No skill growth</a:t>
            </a:r>
          </a:p>
        </p:txBody>
      </p:sp>
    </p:spTree>
    <p:extLst>
      <p:ext uri="{BB962C8B-B14F-4D97-AF65-F5344CB8AC3E}">
        <p14:creationId xmlns:p14="http://schemas.microsoft.com/office/powerpoint/2010/main" val="1452270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4A33-1B82-2EC5-F1FB-4208EBE9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A8A8-0AA9-AAD8-F087-5943D6DF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2-Year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21E2-E11D-335A-EFC5-F66252F9B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you’re not gaining:</a:t>
            </a:r>
          </a:p>
          <a:p>
            <a:r>
              <a:rPr lang="en-US" dirty="0"/>
              <a:t>Skills OR </a:t>
            </a:r>
          </a:p>
          <a:p>
            <a:r>
              <a:rPr lang="en-US" dirty="0"/>
              <a:t>Exposure </a:t>
            </a:r>
          </a:p>
          <a:p>
            <a:r>
              <a:rPr lang="en-US" dirty="0"/>
              <a:t>→ Start planning your next move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511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A7AE-FA60-08D9-EEAC-CD6126E6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3095-FB64-5CCB-3B4E-37BCB8F3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Stay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D2AB-346D-9D25-97D6-C5E88D847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learning fast</a:t>
            </a:r>
          </a:p>
          <a:p>
            <a:r>
              <a:rPr lang="en-US" dirty="0"/>
              <a:t>You have strong mentorship/sponsorship</a:t>
            </a:r>
          </a:p>
          <a:p>
            <a:r>
              <a:rPr lang="en-US" dirty="0"/>
              <a:t>You are gaining visibility</a:t>
            </a:r>
          </a:p>
        </p:txBody>
      </p:sp>
    </p:spTree>
    <p:extLst>
      <p:ext uri="{BB962C8B-B14F-4D97-AF65-F5344CB8AC3E}">
        <p14:creationId xmlns:p14="http://schemas.microsoft.com/office/powerpoint/2010/main" val="964418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0350-C8BA-08E4-BF1B-79398718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BDB8-70B2-8F8B-43EF-591DA20D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Leave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2433A-7C30-CE6D-D2DF-4AD309DF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has stalled</a:t>
            </a:r>
          </a:p>
          <a:p>
            <a:r>
              <a:rPr lang="en-US" dirty="0"/>
              <a:t>No clear next step</a:t>
            </a:r>
          </a:p>
          <a:p>
            <a:r>
              <a:rPr lang="en-US" dirty="0"/>
              <a:t>Leadership doesn’t invest in you</a:t>
            </a:r>
          </a:p>
        </p:txBody>
      </p:sp>
    </p:spTree>
    <p:extLst>
      <p:ext uri="{BB962C8B-B14F-4D97-AF65-F5344CB8AC3E}">
        <p14:creationId xmlns:p14="http://schemas.microsoft.com/office/powerpoint/2010/main" val="1289689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11C2C-824C-2938-AB63-DC7486A9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BF49-A02C-9D09-19FD-555F2F24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Negotiation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A28A-7A1B-A87F-6E39-4CB1C0D46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just negotiate salary:</a:t>
            </a:r>
          </a:p>
          <a:p>
            <a:r>
              <a:rPr lang="en-US" dirty="0"/>
              <a:t>Role scope </a:t>
            </a:r>
          </a:p>
          <a:p>
            <a:r>
              <a:rPr lang="en-US" dirty="0"/>
              <a:t>Title </a:t>
            </a:r>
          </a:p>
          <a:p>
            <a:r>
              <a:rPr lang="en-US" dirty="0"/>
              <a:t>Reporting line </a:t>
            </a:r>
          </a:p>
          <a:p>
            <a:r>
              <a:rPr lang="en-US" dirty="0"/>
              <a:t>Access to leadership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36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8121-3627-DBE9-FB5F-3DEDC6BA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7F63-889C-1BE4-8876-41868D09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FD95B-D792-AB70-7990-6AB31EC8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first job pays you money.</a:t>
            </a:r>
          </a:p>
          <a:p>
            <a:r>
              <a:rPr lang="en-US" dirty="0"/>
              <a:t>Your next job should pay you in opportunity.</a:t>
            </a:r>
          </a:p>
        </p:txBody>
      </p:sp>
    </p:spTree>
    <p:extLst>
      <p:ext uri="{BB962C8B-B14F-4D97-AF65-F5344CB8AC3E}">
        <p14:creationId xmlns:p14="http://schemas.microsoft.com/office/powerpoint/2010/main" val="86888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AA4D-EF0A-C361-0592-CCE10203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50FA-6EBA-2D61-49C9-8E97FCAE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99076-8C25-48F8-F3FF-10F848FEE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know your next move</a:t>
            </a:r>
          </a:p>
          <a:p>
            <a:r>
              <a:rPr lang="en-US" dirty="0"/>
              <a:t>Build relationships early</a:t>
            </a:r>
          </a:p>
          <a:p>
            <a:r>
              <a:rPr lang="en-US" dirty="0"/>
              <a:t>Track your impact</a:t>
            </a:r>
          </a:p>
          <a:p>
            <a:r>
              <a:rPr lang="en-US" dirty="0"/>
              <a:t>Think long-term</a:t>
            </a:r>
          </a:p>
        </p:txBody>
      </p:sp>
    </p:spTree>
    <p:extLst>
      <p:ext uri="{BB962C8B-B14F-4D97-AF65-F5344CB8AC3E}">
        <p14:creationId xmlns:p14="http://schemas.microsoft.com/office/powerpoint/2010/main" val="3524547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D558-3E26-4359-B31D-62BA3581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4D2F-0A9E-5902-B1E7-B34C53D7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A203-F79D-B21F-C89B-7E9AC0CE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Staying too long</a:t>
            </a:r>
          </a:p>
          <a:p>
            <a:r>
              <a:rPr lang="en-US" dirty="0"/>
              <a:t>Prioritizing comfort</a:t>
            </a:r>
          </a:p>
          <a:p>
            <a:r>
              <a:rPr lang="en-US" dirty="0"/>
              <a:t>Ignoring visibility</a:t>
            </a:r>
          </a:p>
          <a:p>
            <a:r>
              <a:rPr lang="en-US" dirty="0"/>
              <a:t>Not building a network</a:t>
            </a:r>
          </a:p>
        </p:txBody>
      </p:sp>
    </p:spTree>
    <p:extLst>
      <p:ext uri="{BB962C8B-B14F-4D97-AF65-F5344CB8AC3E}">
        <p14:creationId xmlns:p14="http://schemas.microsoft.com/office/powerpoint/2010/main" val="700297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C807-5BC8-1326-A30B-8E2627C8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CC57-5251-89E8-3BE5-7CD7C6CA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6652F-2A6A-F4B7-EAD9-B107EC42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Careers are built on </a:t>
            </a:r>
            <a:r>
              <a:rPr lang="en-US" b="1" dirty="0"/>
              <a:t>decisions, not intentions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5693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7038-8128-EDAA-77BC-61469F78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1229-07AA-9E38-776B-44A96088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E59A-E106-C6DD-E093-4DBCFDDA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 you want to be in 5 years—and what are you doing now to get there?</a:t>
            </a:r>
          </a:p>
        </p:txBody>
      </p:sp>
    </p:spTree>
    <p:extLst>
      <p:ext uri="{BB962C8B-B14F-4D97-AF65-F5344CB8AC3E}">
        <p14:creationId xmlns:p14="http://schemas.microsoft.com/office/powerpoint/2010/main" val="2407989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22ED2-744A-8300-8095-EFD75408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0731-49AA-C56B-37D2-B3EBCAF4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1F1C-587F-AADB-3A0B-3A7970DEA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45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2421-7540-8331-8921-A247FBAF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ABC7-0790-17F1-B983-42788675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5D73-FC9E-F4A9-F8CF-EFDDA6F92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64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C682-A815-8C77-42FB-BCDADD3D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CBC9-040B-A53B-0FA2-5EDC964B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7B8D5-F4AA-16FA-1FFF-3C00E658A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93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BF99-0151-6452-7962-0CC57199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AA5C-8572-9514-BDCE-5490C1DC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F2E9-4D1B-08F6-3F87-8EFB16B75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9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543</Words>
  <Application>Microsoft Office PowerPoint</Application>
  <PresentationFormat>Widescreen</PresentationFormat>
  <Paragraphs>119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Career Strategy: Playing the Long Game</vt:lpstr>
      <vt:lpstr>How many of you think your career will be linear?</vt:lpstr>
      <vt:lpstr>Reality Check</vt:lpstr>
      <vt:lpstr>The Truth About Careers</vt:lpstr>
      <vt:lpstr>What Actually Drives Careers</vt:lpstr>
      <vt:lpstr>Performance (Baseline)</vt:lpstr>
      <vt:lpstr>Relationships (Multiplier)</vt:lpstr>
      <vt:lpstr>Positioning (Accelerator)</vt:lpstr>
      <vt:lpstr>Key Insight</vt:lpstr>
      <vt:lpstr>The 3-Lens Model</vt:lpstr>
      <vt:lpstr>Lens 1: Skills</vt:lpstr>
      <vt:lpstr>Lens 2: Exposure</vt:lpstr>
      <vt:lpstr>Lens 3: Trajectory</vt:lpstr>
      <vt:lpstr>Decision Rule</vt:lpstr>
      <vt:lpstr>Career Example (Discussion Slide)</vt:lpstr>
      <vt:lpstr>Myth vs Reality</vt:lpstr>
      <vt:lpstr>What Leaders Actually Look For</vt:lpstr>
      <vt:lpstr>Mentors vs Sponsors</vt:lpstr>
      <vt:lpstr>Why Visibility Matters</vt:lpstr>
      <vt:lpstr>Career Risk Management</vt:lpstr>
      <vt:lpstr>Signs of a Dead-End Role</vt:lpstr>
      <vt:lpstr>The 2-Year Rule</vt:lpstr>
      <vt:lpstr>When to Stay</vt:lpstr>
      <vt:lpstr>When to Leave</vt:lpstr>
      <vt:lpstr>Negotiation Strategy</vt:lpstr>
      <vt:lpstr>Key Line</vt:lpstr>
      <vt:lpstr>Career Playbook</vt:lpstr>
      <vt:lpstr>Common Mistakes</vt:lpstr>
      <vt:lpstr>Final Thought</vt:lpstr>
      <vt:lpstr>Closing Question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Bussan</dc:creator>
  <cp:lastModifiedBy>Derek Bussan</cp:lastModifiedBy>
  <cp:revision>1</cp:revision>
  <dcterms:created xsi:type="dcterms:W3CDTF">2026-04-15T03:36:23Z</dcterms:created>
  <dcterms:modified xsi:type="dcterms:W3CDTF">2026-04-15T04:17:18Z</dcterms:modified>
</cp:coreProperties>
</file>