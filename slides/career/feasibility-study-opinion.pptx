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5e8f467b4b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5e8f467b4b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5e8f467b4b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5e8f467b4b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5e8f467b4b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5e8f467b4b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98ff2bb100_0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98ff2bb100_0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25e8f467b4b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25e8f467b4b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5e8f467b4b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5e8f467b4b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298ff2bb100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298ff2bb100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298ff2bb100_0_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298ff2bb100_0_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Feasibility Study Opinion </a:t>
            </a: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920" dirty="0"/>
              <a:t>Group 1 </a:t>
            </a:r>
            <a:endParaRPr sz="39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Good Idea … In Theory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Pros: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More gym and aquatic space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Tourist attraction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Athletic tournaments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Jobs</a:t>
            </a:r>
            <a:endParaRPr/>
          </a:p>
        </p:txBody>
      </p:sp>
      <p:sp>
        <p:nvSpPr>
          <p:cNvPr id="62" name="Google Shape;62;p14"/>
          <p:cNvSpPr txBox="1"/>
          <p:nvPr/>
        </p:nvSpPr>
        <p:spPr>
          <a:xfrm>
            <a:off x="5070925" y="1114075"/>
            <a:ext cx="37137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Cons: 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Cost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Constant losses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Tax increase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Time for construction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Location uncertainty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Maintenance</a:t>
            </a:r>
            <a:endParaRPr sz="1800">
              <a:solidFill>
                <a:schemeClr val="dk2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Competition between other gyms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3" name="Google Shape;63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08700" y="2800099"/>
            <a:ext cx="1914525" cy="216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Facility Options</a:t>
            </a:r>
            <a:endParaRPr/>
          </a:p>
        </p:txBody>
      </p:sp>
      <p:pic>
        <p:nvPicPr>
          <p:cNvPr id="69" name="Google Shape;6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46100"/>
            <a:ext cx="9144000" cy="362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7" name="Google Shape;77;p16"/>
          <p:cNvCxnSpPr/>
          <p:nvPr/>
        </p:nvCxnSpPr>
        <p:spPr>
          <a:xfrm>
            <a:off x="4077600" y="4201550"/>
            <a:ext cx="0" cy="333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6"/>
          <p:cNvCxnSpPr/>
          <p:nvPr/>
        </p:nvCxnSpPr>
        <p:spPr>
          <a:xfrm>
            <a:off x="9125800" y="4201550"/>
            <a:ext cx="0" cy="3333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9" name="Google Shape;79;p16"/>
          <p:cNvCxnSpPr/>
          <p:nvPr/>
        </p:nvCxnSpPr>
        <p:spPr>
          <a:xfrm>
            <a:off x="4077600" y="4209150"/>
            <a:ext cx="5055000" cy="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0" name="Google Shape;80;p16"/>
          <p:cNvCxnSpPr/>
          <p:nvPr/>
        </p:nvCxnSpPr>
        <p:spPr>
          <a:xfrm>
            <a:off x="4070800" y="4535725"/>
            <a:ext cx="5055000" cy="6900"/>
          </a:xfrm>
          <a:prstGeom prst="straightConnector1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Funding</a:t>
            </a:r>
            <a:endParaRPr/>
          </a:p>
        </p:txBody>
      </p:sp>
      <p:sp>
        <p:nvSpPr>
          <p:cNvPr id="86" name="Google Shape;86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Alerus Center 0.75% sales tax extension for the next 30 years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Increase property tax 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Regional and athletic events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Grant funding</a:t>
            </a:r>
            <a:endParaRPr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83708" y="2308483"/>
            <a:ext cx="4260300" cy="2835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3075" y="2766074"/>
            <a:ext cx="1914525" cy="216650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7"/>
          <p:cNvSpPr/>
          <p:nvPr/>
        </p:nvSpPr>
        <p:spPr>
          <a:xfrm>
            <a:off x="2227031" y="2785631"/>
            <a:ext cx="1277100" cy="18807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Funding Uncertainty???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0500" y="1152775"/>
            <a:ext cx="2763475" cy="147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83000" y="864650"/>
            <a:ext cx="2808649" cy="1555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8875" y="2958312"/>
            <a:ext cx="2506720" cy="1818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72300" y="2848713"/>
            <a:ext cx="3030050" cy="2037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Existing Facilities</a:t>
            </a:r>
            <a:endParaRPr/>
          </a:p>
        </p:txBody>
      </p:sp>
      <p:sp>
        <p:nvSpPr>
          <p:cNvPr id="104" name="Google Shape;104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5640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Choice Health &amp; Fitness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Grand Forks YMCA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Anytime Fitness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Planet Fitness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Ironworks Gym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Orangetheory Fitness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CrossFit Tundra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MAP Fitness</a:t>
            </a:r>
            <a:endParaRPr/>
          </a:p>
          <a:p>
            <a:pPr marL="457200" lvl="0" indent="-334327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b="1"/>
              <a:t>University of North Dakota's Wellness Center</a:t>
            </a:r>
            <a:endParaRPr/>
          </a:p>
        </p:txBody>
      </p:sp>
      <p:sp>
        <p:nvSpPr>
          <p:cNvPr id="105" name="Google Shape;105;p19"/>
          <p:cNvSpPr txBox="1"/>
          <p:nvPr/>
        </p:nvSpPr>
        <p:spPr>
          <a:xfrm>
            <a:off x="5263025" y="4291675"/>
            <a:ext cx="3329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</a:rPr>
              <a:t>**Total of 19 Gyms**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06" name="Google Shape;106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75700" y="0"/>
            <a:ext cx="5268300" cy="379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Demographics</a:t>
            </a:r>
            <a:endParaRPr/>
          </a:p>
        </p:txBody>
      </p:sp>
      <p:sp>
        <p:nvSpPr>
          <p:cNvPr id="112" name="Google Shape;112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919400" cy="3717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– UND Student Population = </a:t>
            </a:r>
            <a:r>
              <a:rPr lang="en" sz="1600" b="1">
                <a:solidFill>
                  <a:schemeClr val="dk1"/>
                </a:solidFill>
              </a:rPr>
              <a:t>13,876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23.6 % </a:t>
            </a:r>
            <a:r>
              <a:rPr lang="en" sz="1600">
                <a:solidFill>
                  <a:schemeClr val="dk1"/>
                </a:solidFill>
              </a:rPr>
              <a:t>of total population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– </a:t>
            </a:r>
            <a:r>
              <a:rPr lang="en" sz="1600"/>
              <a:t>Grand Forks Population aged 1-18 = </a:t>
            </a:r>
            <a:r>
              <a:rPr lang="en" sz="1600" b="1">
                <a:solidFill>
                  <a:schemeClr val="dk1"/>
                </a:solidFill>
              </a:rPr>
              <a:t>14,907</a:t>
            </a:r>
            <a:endParaRPr sz="1600" b="1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FF0000"/>
                </a:solidFill>
              </a:rPr>
              <a:t>25.4 % </a:t>
            </a:r>
            <a:r>
              <a:rPr lang="en" sz="1600">
                <a:solidFill>
                  <a:schemeClr val="dk1"/>
                </a:solidFill>
              </a:rPr>
              <a:t>of total population</a:t>
            </a:r>
            <a:endParaRPr sz="16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</p:txBody>
      </p:sp>
      <p:sp>
        <p:nvSpPr>
          <p:cNvPr id="113" name="Google Shape;113;p20"/>
          <p:cNvSpPr txBox="1"/>
          <p:nvPr/>
        </p:nvSpPr>
        <p:spPr>
          <a:xfrm>
            <a:off x="5919075" y="2465025"/>
            <a:ext cx="3030600" cy="178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Total Student Population    = </a:t>
            </a:r>
            <a:r>
              <a:rPr lang="en" sz="1800" b="1">
                <a:solidFill>
                  <a:schemeClr val="dk1"/>
                </a:solidFill>
              </a:rPr>
              <a:t>28,783</a:t>
            </a: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</a:rPr>
              <a:t>Grand Forks Population     </a:t>
            </a:r>
            <a:r>
              <a:rPr lang="en" sz="1800">
                <a:solidFill>
                  <a:schemeClr val="dk2"/>
                </a:solidFill>
              </a:rPr>
              <a:t>= </a:t>
            </a:r>
            <a:r>
              <a:rPr lang="en" sz="1800" b="1">
                <a:solidFill>
                  <a:schemeClr val="dk1"/>
                </a:solidFill>
              </a:rPr>
              <a:t>58,692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 b="1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solidFill>
                  <a:srgbClr val="FF0000"/>
                </a:solidFill>
              </a:rPr>
              <a:t>49 % </a:t>
            </a:r>
            <a:r>
              <a:rPr lang="en" sz="1800">
                <a:solidFill>
                  <a:schemeClr val="dk1"/>
                </a:solidFill>
              </a:rPr>
              <a:t>of total population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0"/>
          <p:cNvSpPr txBox="1"/>
          <p:nvPr/>
        </p:nvSpPr>
        <p:spPr>
          <a:xfrm>
            <a:off x="311700" y="4297675"/>
            <a:ext cx="2337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4"/>
                </a:solidFill>
              </a:rPr>
              <a:t>(Neilsburg.com)</a:t>
            </a:r>
            <a:endParaRPr sz="1800">
              <a:solidFill>
                <a:schemeClr val="accent4"/>
              </a:solidFill>
            </a:endParaRPr>
          </a:p>
        </p:txBody>
      </p:sp>
      <p:pic>
        <p:nvPicPr>
          <p:cNvPr id="115" name="Google Shape;115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8050" y="0"/>
            <a:ext cx="3290950" cy="2074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Is There a Demand For This?</a:t>
            </a:r>
            <a:endParaRPr/>
          </a:p>
        </p:txBody>
      </p:sp>
      <p:sp>
        <p:nvSpPr>
          <p:cNvPr id="121" name="Google Shape;121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44604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1.9 % </a:t>
            </a:r>
            <a:r>
              <a:rPr lang="en">
                <a:solidFill>
                  <a:schemeClr val="dk1"/>
                </a:solidFill>
              </a:rPr>
              <a:t>of Grand Forks Total Population Voted</a:t>
            </a:r>
            <a:endParaRPr>
              <a:solidFill>
                <a:schemeClr val="dk1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rgbClr val="FF0000"/>
                </a:solidFill>
              </a:rPr>
              <a:t>87 % </a:t>
            </a:r>
            <a:r>
              <a:rPr lang="en">
                <a:solidFill>
                  <a:schemeClr val="dk1"/>
                </a:solidFill>
              </a:rPr>
              <a:t>of people that were invited to the survey did not complete it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22" name="Google Shape;12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22263" y="1136650"/>
            <a:ext cx="4010025" cy="3448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173</Words>
  <Application>Microsoft Office PowerPoint</Application>
  <PresentationFormat>On-screen Show (16:9)</PresentationFormat>
  <Paragraphs>48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1" baseType="lpstr">
      <vt:lpstr>Arial</vt:lpstr>
      <vt:lpstr>Simple Light</vt:lpstr>
      <vt:lpstr>Feasibility Study Opinion </vt:lpstr>
      <vt:lpstr>Good Idea … In Theory</vt:lpstr>
      <vt:lpstr>Facility Options</vt:lpstr>
      <vt:lpstr>PowerPoint Presentation</vt:lpstr>
      <vt:lpstr>Funding</vt:lpstr>
      <vt:lpstr>Funding Uncertainty???</vt:lpstr>
      <vt:lpstr>Existing Facilities</vt:lpstr>
      <vt:lpstr>Demographics</vt:lpstr>
      <vt:lpstr>Is There a Demand For This?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Feasibility Study Opinion </dc:title>
  <dc:creator>Derek Bussan</dc:creator>
  <cp:lastModifiedBy>Derek Bussan</cp:lastModifiedBy>
  <cp:revision>1</cp:revision>
  <dcterms:modified xsi:type="dcterms:W3CDTF">2024-04-14T17:17:03Z</dcterms:modified>
</cp:coreProperties>
</file>