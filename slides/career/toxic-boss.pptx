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2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CFC-F997-6EBE-B629-A6C35FF69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C1B8F-705B-CC4A-3651-7EF1B7FBF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45E4E-AB0D-A349-2510-23D32E23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04E33-6974-39A6-7B72-3E421638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8337A-FA94-4282-E53A-ED724DA50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0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0362-ED36-59FA-699E-337ABDE38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6EB5B-A548-B9FF-99DF-78705EBB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3A6E6-6C08-9026-EF15-1F077BDF7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2C73A-CC10-5D42-AE18-0DB76CF8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59A9-BACE-518A-685E-D0FAD55A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0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B5D0-10E1-F351-35C2-C830CEE6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E65AF-F0E8-F212-8AFB-788B762D2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76EFD-2336-186D-FD31-C43DD9B0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E801C-CDE0-D967-CFF7-53C64F2F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9618-2476-DAAB-1692-BEC3F157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6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FA95-5A54-24FA-1934-BD7AA64B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DBD54-9C3E-7BB7-CE78-22C22B68A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C288-8697-F5E9-5888-BE4F729CB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7D9C5-6035-6A85-46C0-15DD722E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D7DFC-BE09-7C15-F0B5-24030853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6C7BB-70EB-1E69-4631-ED02168C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0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528D-12AC-2C62-F8DF-D6769E13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56C1A-6615-585D-3561-904CC4B07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EB25B-0436-1EF8-0F41-BD22F065B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7F0E0-8059-9003-A491-AF05CCC4D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2A6DB-3312-6B64-E7DD-D47F0A2BA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45160-8C49-8AA0-EBFF-ADA36A10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E896F-A247-1B80-A336-A223EFDD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A3E7C-D3CE-163A-07D9-FE16CC24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0ACD-135C-248C-0D32-BD1CC093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5CBD7-22DC-37A1-BBF4-F34CED17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0CFA8-75E4-9ED1-E340-3F91B861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1B805-0109-84D4-F5A5-2D8F4B6D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1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4130C-17EF-D690-F6CC-10F5F24A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0F706-4A70-0333-14F4-A83844C5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B75D0-81DC-1A20-4991-B1F00522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0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DE89-8CEA-2715-C7BF-6BD9E6E1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27502-7AC1-975B-754E-A337B26FD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26B3F-8D53-F9A3-DEE3-F48A32E9C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3E21F-3560-7B03-7B8A-3DBB2765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1D3FD-E401-F096-C900-FCE184A6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45A4A-EA3D-FB69-8FAE-BD57666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7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DA9C-C6C2-14BA-78FE-1E0A476C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B204C-0DF5-5A7B-AB55-6407C7A2D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9BCFD-7A2A-53D8-6A5C-9F36B11E5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2D8EB-68FC-851D-8D05-04EECA8B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767E6-76C8-ABDA-A7AF-6F29D9F9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4D7FD-82F0-F11E-9DBC-183D1904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3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0677-69ED-CFC1-A75F-FFCA3492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CE07D-0DAE-BC0E-DE90-773A6B4D3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756AC-5B1A-A8A6-DCF1-C7534DD1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A2352-908E-629D-7E5E-D49784C9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8BA7-FFD9-A54D-DEC0-601568CF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8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309D6-80FC-A91D-32D1-A7413A9F0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92AED-5C28-31EE-6C03-5A9313327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C113-97B9-50DF-605F-B9D5FB78C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C773-6556-0906-C110-E4E9CB36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8D29-FB5C-6ECF-3F73-2E5E312B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7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47751D-DC43-0134-91AF-675887CD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10BE5-545D-1F18-DD64-669555688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E9B94-ECC8-684E-0DC4-2C9D9CEAE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7128D-C1C4-41BA-8422-03B86B7D27E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2677D-8D2C-0F2F-0075-B7461A60B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D2DF-8D26-AB85-A2C7-C19CFCBF6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CD874-7BC3-488C-9B5A-841B3D9BE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5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3D16-3A47-ED1D-A0DC-B33A3A6183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Toxic Boss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3C358-0AE1-4A17-52E6-3C50F0225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2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6996-A32B-9344-B757-A2F62B6F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end of the day positivity wins over!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B884-ECF0-38C8-97AB-07A1B0627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05F5-5526-5667-8062-7B4AC53F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let’s get to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A128D-7CCD-42E7-1082-AA0E69DAE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some point in time, you will encounter a toxic boss/co-worker</a:t>
            </a:r>
          </a:p>
        </p:txBody>
      </p:sp>
    </p:spTree>
    <p:extLst>
      <p:ext uri="{BB962C8B-B14F-4D97-AF65-F5344CB8AC3E}">
        <p14:creationId xmlns:p14="http://schemas.microsoft.com/office/powerpoint/2010/main" val="182804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1FB3-723A-897E-B072-D3D6E57E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Traits of a toxic person at work.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58DB4-AA92-CEB6-06EB-13813607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Bully</a:t>
            </a:r>
          </a:p>
          <a:p>
            <a:r>
              <a:rPr lang="en-US" dirty="0"/>
              <a:t>Competitive</a:t>
            </a:r>
          </a:p>
          <a:p>
            <a:r>
              <a:rPr lang="en-US" dirty="0"/>
              <a:t>Manipulative</a:t>
            </a:r>
          </a:p>
          <a:p>
            <a:r>
              <a:rPr lang="en-US" dirty="0"/>
              <a:t>Gas-lighting</a:t>
            </a:r>
          </a:p>
          <a:p>
            <a:r>
              <a:rPr lang="en-US" dirty="0"/>
              <a:t>Steal the glory!</a:t>
            </a:r>
          </a:p>
        </p:txBody>
      </p:sp>
    </p:spTree>
    <p:extLst>
      <p:ext uri="{BB962C8B-B14F-4D97-AF65-F5344CB8AC3E}">
        <p14:creationId xmlns:p14="http://schemas.microsoft.com/office/powerpoint/2010/main" val="116542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F415-2A32-56B8-B317-6A77641D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thing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DB185-B6F7-6AE7-A304-6B8B01EB0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They have the power that you feel trapped – this is so not true!</a:t>
            </a:r>
          </a:p>
          <a:p>
            <a:endParaRPr lang="en-US" dirty="0"/>
          </a:p>
          <a:p>
            <a:r>
              <a:rPr lang="en-US" dirty="0"/>
              <a:t>How do you get that power back. Make a decision are you going to stay or are you going to leave and do something else.</a:t>
            </a:r>
          </a:p>
          <a:p>
            <a:endParaRPr lang="en-US" dirty="0"/>
          </a:p>
          <a:p>
            <a:r>
              <a:rPr lang="en-US" dirty="0"/>
              <a:t>If you stay, you have decided to stay- maybe you can’t do that right now. Find a way to make it work, this was your decision.</a:t>
            </a:r>
          </a:p>
          <a:p>
            <a:endParaRPr lang="en-US" dirty="0"/>
          </a:p>
          <a:p>
            <a:r>
              <a:rPr lang="en-US" dirty="0"/>
              <a:t>Otherwise come up with the exit strategy regardless if that is 1-day or 10 years. You are giving yourself the power to get out!</a:t>
            </a:r>
          </a:p>
        </p:txBody>
      </p:sp>
    </p:spTree>
    <p:extLst>
      <p:ext uri="{BB962C8B-B14F-4D97-AF65-F5344CB8AC3E}">
        <p14:creationId xmlns:p14="http://schemas.microsoft.com/office/powerpoint/2010/main" val="990794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8AAE-ACCA-7402-7A0C-DE73883A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are going to stay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655A3-9B89-2611-6461-17491EF91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 in your work that you are required to do. People can’t overlook the quality of the work you are putting in, is fantastic.</a:t>
            </a:r>
          </a:p>
          <a:p>
            <a:endParaRPr lang="en-US" dirty="0"/>
          </a:p>
          <a:p>
            <a:r>
              <a:rPr lang="en-US" dirty="0"/>
              <a:t>Do the work, so that you are less of a target. If you don’t do this, they will make you the target and get you out. They love power, they are the bully, I mean it happens. </a:t>
            </a:r>
          </a:p>
          <a:p>
            <a:endParaRPr lang="en-US" dirty="0"/>
          </a:p>
          <a:p>
            <a:r>
              <a:rPr lang="en-US" dirty="0"/>
              <a:t>Make such an impact you make them look good so they leave you alone. </a:t>
            </a:r>
          </a:p>
        </p:txBody>
      </p:sp>
    </p:spTree>
    <p:extLst>
      <p:ext uri="{BB962C8B-B14F-4D97-AF65-F5344CB8AC3E}">
        <p14:creationId xmlns:p14="http://schemas.microsoft.com/office/powerpoint/2010/main" val="312145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6F45-6D33-8AF8-B1D3-9016BC46B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Toxic boss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321FF-BD34-9AEB-E30D-A8BE466FF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lot of things to hold over you, on gossip and rumors.</a:t>
            </a:r>
          </a:p>
          <a:p>
            <a:endParaRPr lang="en-US" dirty="0"/>
          </a:p>
          <a:p>
            <a:r>
              <a:rPr lang="en-US" dirty="0"/>
              <a:t>You don’t want to vent, clear the air, or take care in the gossip.</a:t>
            </a:r>
          </a:p>
          <a:p>
            <a:endParaRPr lang="en-US" dirty="0"/>
          </a:p>
          <a:p>
            <a:r>
              <a:rPr lang="en-US" dirty="0"/>
              <a:t>You love all your colleagues, you never have anything negative to say about your work, your colleagues, your place, your family life.</a:t>
            </a:r>
          </a:p>
          <a:p>
            <a:endParaRPr lang="en-US" dirty="0"/>
          </a:p>
          <a:p>
            <a:r>
              <a:rPr lang="en-US" dirty="0"/>
              <a:t>If you give them an inch, they will take a mile. </a:t>
            </a:r>
          </a:p>
        </p:txBody>
      </p:sp>
    </p:spTree>
    <p:extLst>
      <p:ext uri="{BB962C8B-B14F-4D97-AF65-F5344CB8AC3E}">
        <p14:creationId xmlns:p14="http://schemas.microsoft.com/office/powerpoint/2010/main" val="91421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C6BD-CCD9-C434-9EEE-FADEED52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Toxic Boss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4C5A8-786D-3DBA-C029-113630A6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want to be polite</a:t>
            </a:r>
          </a:p>
          <a:p>
            <a:endParaRPr lang="en-US" dirty="0"/>
          </a:p>
          <a:p>
            <a:r>
              <a:rPr lang="en-US" dirty="0"/>
              <a:t>Casual conversations.</a:t>
            </a:r>
          </a:p>
          <a:p>
            <a:endParaRPr lang="en-US" dirty="0"/>
          </a:p>
          <a:p>
            <a:r>
              <a:rPr lang="en-US" dirty="0"/>
              <a:t>Have a really good filter</a:t>
            </a:r>
          </a:p>
        </p:txBody>
      </p:sp>
    </p:spTree>
    <p:extLst>
      <p:ext uri="{BB962C8B-B14F-4D97-AF65-F5344CB8AC3E}">
        <p14:creationId xmlns:p14="http://schemas.microsoft.com/office/powerpoint/2010/main" val="371346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370F-8133-629A-19F3-9459E108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Toxic Boss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7059-14C4-C3C7-0ED2-622F5F981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need to have things documented in writing with a toxic boss.</a:t>
            </a:r>
          </a:p>
          <a:p>
            <a:endParaRPr lang="en-US" dirty="0"/>
          </a:p>
          <a:p>
            <a:r>
              <a:rPr lang="en-US" dirty="0"/>
              <a:t>Anything they ask from you, you have it documented.</a:t>
            </a:r>
          </a:p>
          <a:p>
            <a:endParaRPr lang="en-US" dirty="0"/>
          </a:p>
          <a:p>
            <a:r>
              <a:rPr lang="en-US" dirty="0"/>
              <a:t>You don’t know when this person will throw you under the bus.</a:t>
            </a:r>
          </a:p>
          <a:p>
            <a:endParaRPr lang="en-US" dirty="0"/>
          </a:p>
          <a:p>
            <a:r>
              <a:rPr lang="en-US" dirty="0"/>
              <a:t>Usually, they want to get you out!</a:t>
            </a:r>
          </a:p>
          <a:p>
            <a:endParaRPr lang="en-US" dirty="0"/>
          </a:p>
          <a:p>
            <a:r>
              <a:rPr lang="en-US" dirty="0"/>
              <a:t>If they want to get you out, eventually it will happen even if you have an entire encyclopedia of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69980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74FA-74AA-4DA8-B644-92351CE7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Toxic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D6C0B-2CC0-53DC-D2E2-14948E0D1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have a huge impact on your career – promotions, whether you stay with the organization.</a:t>
            </a:r>
          </a:p>
          <a:p>
            <a:endParaRPr lang="en-US" dirty="0"/>
          </a:p>
          <a:p>
            <a:r>
              <a:rPr lang="en-US" dirty="0"/>
              <a:t>You may have to bite your tongue, you can’t really say what you want to say, keep your head down, take your notes and do what is asked of you.</a:t>
            </a:r>
          </a:p>
          <a:p>
            <a:endParaRPr lang="en-US" dirty="0"/>
          </a:p>
          <a:p>
            <a:r>
              <a:rPr lang="en-US" dirty="0"/>
              <a:t>I wish I could tell them what I thought of them, but please don’t do this. Same way with officiating sports. Don’t give someone the power to have someone take this away from you. </a:t>
            </a:r>
          </a:p>
        </p:txBody>
      </p:sp>
    </p:spTree>
    <p:extLst>
      <p:ext uri="{BB962C8B-B14F-4D97-AF65-F5344CB8AC3E}">
        <p14:creationId xmlns:p14="http://schemas.microsoft.com/office/powerpoint/2010/main" val="4107918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21F0-5BB5-D323-933E-83E00D2D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Nothing is forever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5102-C6F1-6F37-0FDC-BBADA509C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means working for a toxic boss. I have worked for a toxic boss that I thought would be around for 5-10 years, they moved on within a few months.</a:t>
            </a:r>
          </a:p>
          <a:p>
            <a:endParaRPr lang="en-US" dirty="0"/>
          </a:p>
          <a:p>
            <a:r>
              <a:rPr lang="en-US" dirty="0"/>
              <a:t>Don’t think they will be with you forever. </a:t>
            </a:r>
          </a:p>
          <a:p>
            <a:endParaRPr lang="en-US" dirty="0"/>
          </a:p>
          <a:p>
            <a:r>
              <a:rPr lang="en-US" dirty="0"/>
              <a:t>Are you going to stay or leave, you don’t have to make this decision right away. Take some time to think about it.</a:t>
            </a:r>
          </a:p>
        </p:txBody>
      </p:sp>
    </p:spTree>
    <p:extLst>
      <p:ext uri="{BB962C8B-B14F-4D97-AF65-F5344CB8AC3E}">
        <p14:creationId xmlns:p14="http://schemas.microsoft.com/office/powerpoint/2010/main" val="174616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335E-F924-A5E9-4951-1CFC6743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need to stay positive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56F60-4662-7631-BE34-78998E0A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believe everything that you hear from co-workers, you need to experience this on your own.</a:t>
            </a:r>
          </a:p>
          <a:p>
            <a:endParaRPr lang="en-US" dirty="0"/>
          </a:p>
          <a:p>
            <a:r>
              <a:rPr lang="en-US" dirty="0"/>
              <a:t>Remember your co-workers are not your family, but treat them with respect. A good leader can help defray this.</a:t>
            </a:r>
          </a:p>
          <a:p>
            <a:endParaRPr lang="en-US" dirty="0"/>
          </a:p>
          <a:p>
            <a:r>
              <a:rPr lang="en-US" dirty="0"/>
              <a:t>Just because you have a good leader today, doesn’t mean you will have one tomorrow either. Cherish those times!</a:t>
            </a:r>
          </a:p>
        </p:txBody>
      </p:sp>
    </p:spTree>
    <p:extLst>
      <p:ext uri="{BB962C8B-B14F-4D97-AF65-F5344CB8AC3E}">
        <p14:creationId xmlns:p14="http://schemas.microsoft.com/office/powerpoint/2010/main" val="1734416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502D-F2B9-3912-FBC3-181ADFA0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stay positive at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4DA1A-8F74-CEB3-145F-39E0571C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yourself – maybe you have a bachelors in business, and you take night courses for an MBA.</a:t>
            </a:r>
          </a:p>
          <a:p>
            <a:endParaRPr lang="en-US" dirty="0"/>
          </a:p>
          <a:p>
            <a:r>
              <a:rPr lang="en-US" dirty="0"/>
              <a:t>Exercise</a:t>
            </a:r>
          </a:p>
          <a:p>
            <a:endParaRPr lang="en-US" dirty="0"/>
          </a:p>
          <a:p>
            <a:r>
              <a:rPr lang="en-US" dirty="0"/>
              <a:t>Eat healthy</a:t>
            </a:r>
          </a:p>
          <a:p>
            <a:endParaRPr lang="en-US" dirty="0"/>
          </a:p>
          <a:p>
            <a:r>
              <a:rPr lang="en-US" dirty="0"/>
              <a:t>Have a good relationship with your family at home</a:t>
            </a:r>
          </a:p>
        </p:txBody>
      </p:sp>
    </p:spTree>
    <p:extLst>
      <p:ext uri="{BB962C8B-B14F-4D97-AF65-F5344CB8AC3E}">
        <p14:creationId xmlns:p14="http://schemas.microsoft.com/office/powerpoint/2010/main" val="2816919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5119-67E3-F2C2-7B26-E64AA223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so good at your job it can’t go unrecognized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2B46-72E3-F82D-3C45-B50FB355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1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EA57-9678-CD43-03D7-761DE105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Attitude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3369-A55A-8919-CFDC-7ABFF601C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grateful for the opportunity that you have been giving.</a:t>
            </a:r>
          </a:p>
          <a:p>
            <a:endParaRPr lang="en-US" dirty="0"/>
          </a:p>
          <a:p>
            <a:r>
              <a:rPr lang="en-US" dirty="0"/>
              <a:t>Have an attitude of gratitude.</a:t>
            </a:r>
          </a:p>
          <a:p>
            <a:endParaRPr lang="en-US" dirty="0"/>
          </a:p>
          <a:p>
            <a:r>
              <a:rPr lang="en-US" dirty="0"/>
              <a:t>If you are in a negative situation, think of that situation but think about one situation you can learn from it. Just let it go.</a:t>
            </a:r>
          </a:p>
        </p:txBody>
      </p:sp>
    </p:spTree>
    <p:extLst>
      <p:ext uri="{BB962C8B-B14F-4D97-AF65-F5344CB8AC3E}">
        <p14:creationId xmlns:p14="http://schemas.microsoft.com/office/powerpoint/2010/main" val="365615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96F2-E312-E8D9-C3F4-9382A938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8F0E-1D7F-07B5-B925-2F2ADD52E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Reward yourself – Do something awesome today.</a:t>
            </a:r>
          </a:p>
          <a:p>
            <a:endParaRPr lang="en-US" dirty="0"/>
          </a:p>
          <a:p>
            <a:r>
              <a:rPr lang="en-US" dirty="0"/>
              <a:t>Go exercise</a:t>
            </a:r>
          </a:p>
          <a:p>
            <a:endParaRPr lang="en-US" dirty="0"/>
          </a:p>
          <a:p>
            <a:r>
              <a:rPr lang="en-US" dirty="0"/>
              <a:t>Take yourself out to eat.</a:t>
            </a:r>
          </a:p>
          <a:p>
            <a:endParaRPr lang="en-US" dirty="0"/>
          </a:p>
          <a:p>
            <a:r>
              <a:rPr lang="en-US" dirty="0"/>
              <a:t>Forget about work! </a:t>
            </a:r>
          </a:p>
        </p:txBody>
      </p:sp>
    </p:spTree>
    <p:extLst>
      <p:ext uri="{BB962C8B-B14F-4D97-AF65-F5344CB8AC3E}">
        <p14:creationId xmlns:p14="http://schemas.microsoft.com/office/powerpoint/2010/main" val="4086238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AF99-81A4-C0FF-93E6-86CC5B6D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 work at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A858-78CC-69AA-8ECE-2D7954CE1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time outside of work for family, friends, pets' other activities.</a:t>
            </a:r>
          </a:p>
          <a:p>
            <a:endParaRPr lang="en-US" dirty="0"/>
          </a:p>
          <a:p>
            <a:r>
              <a:rPr lang="en-US" dirty="0"/>
              <a:t>If it’s not your own company do things outside of work. Harmony at work. </a:t>
            </a:r>
          </a:p>
        </p:txBody>
      </p:sp>
    </p:spTree>
    <p:extLst>
      <p:ext uri="{BB962C8B-B14F-4D97-AF65-F5344CB8AC3E}">
        <p14:creationId xmlns:p14="http://schemas.microsoft.com/office/powerpoint/2010/main" val="3201399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F80F-AE01-D41B-E6B4-B31B014C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BAFD5-3F64-4CC7-0585-3968D7B0B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your friends close and your colleagues closer.</a:t>
            </a:r>
          </a:p>
          <a:p>
            <a:endParaRPr lang="en-US" dirty="0"/>
          </a:p>
          <a:p>
            <a:r>
              <a:rPr lang="en-US" dirty="0"/>
              <a:t>Start making friends with your colleagues, take some interest on what they are doing. It’s when we are not connected negativity can get out of control. </a:t>
            </a:r>
          </a:p>
        </p:txBody>
      </p:sp>
    </p:spTree>
    <p:extLst>
      <p:ext uri="{BB962C8B-B14F-4D97-AF65-F5344CB8AC3E}">
        <p14:creationId xmlns:p14="http://schemas.microsoft.com/office/powerpoint/2010/main" val="4070933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047C-DE2F-BCED-9401-A80F6EAE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positive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7892E-768D-0823-4DE5-580290D2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control over your environment – your office, your desk, your area. Create a positive environment. You may not have control over everyone, but you have control over yourself. </a:t>
            </a:r>
          </a:p>
          <a:p>
            <a:endParaRPr lang="en-US" dirty="0"/>
          </a:p>
          <a:p>
            <a:r>
              <a:rPr lang="en-US" dirty="0"/>
              <a:t>Smile! Be happy. We are still alive and that’s a miracle and wonder on it’s own! Be grateful</a:t>
            </a:r>
          </a:p>
        </p:txBody>
      </p:sp>
    </p:spTree>
    <p:extLst>
      <p:ext uri="{BB962C8B-B14F-4D97-AF65-F5344CB8AC3E}">
        <p14:creationId xmlns:p14="http://schemas.microsoft.com/office/powerpoint/2010/main" val="2844062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DF25-6369-E363-1774-C03E3156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don’t forget to be Positive!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E31A0-FF73-8421-9D86-AD09C3EC9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Turtle River State Park tubing in the Grand Forks REgion">
            <a:extLst>
              <a:ext uri="{FF2B5EF4-FFF2-40B4-BE49-F238E27FC236}">
                <a16:creationId xmlns:a16="http://schemas.microsoft.com/office/drawing/2014/main" id="{C998B7AA-F69B-04DD-D341-E0401D3F73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2C239-BFC1-B999-2767-9DCEF12D7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8" y="1422400"/>
            <a:ext cx="5219148" cy="521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889</Words>
  <Application>Microsoft Office PowerPoint</Application>
  <PresentationFormat>Widescreen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Toxic Boss</vt:lpstr>
      <vt:lpstr>At the end of the day positivity wins over!</vt:lpstr>
      <vt:lpstr>So, let’s get to it</vt:lpstr>
      <vt:lpstr>Traits of a toxic person at work.</vt:lpstr>
      <vt:lpstr>First thing to consider</vt:lpstr>
      <vt:lpstr>If you are going to stay</vt:lpstr>
      <vt:lpstr>Toxic boss</vt:lpstr>
      <vt:lpstr>Toxic Boss</vt:lpstr>
      <vt:lpstr>Toxic Boss</vt:lpstr>
      <vt:lpstr>Toxic Manager</vt:lpstr>
      <vt:lpstr>Nothing is forever </vt:lpstr>
      <vt:lpstr>You need to stay positive</vt:lpstr>
      <vt:lpstr>How do you stay positive at work</vt:lpstr>
      <vt:lpstr>Be so good at your job it can’t go unrecognized</vt:lpstr>
      <vt:lpstr>Attitude </vt:lpstr>
      <vt:lpstr>Reward yourself</vt:lpstr>
      <vt:lpstr>Leave work at work</vt:lpstr>
      <vt:lpstr>PowerPoint Presentation</vt:lpstr>
      <vt:lpstr>Create a positive environment</vt:lpstr>
      <vt:lpstr>And don’t forget to be Positive!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Bussan</dc:creator>
  <cp:lastModifiedBy>Derek Bussan</cp:lastModifiedBy>
  <cp:revision>10</cp:revision>
  <dcterms:created xsi:type="dcterms:W3CDTF">2025-04-16T21:08:01Z</dcterms:created>
  <dcterms:modified xsi:type="dcterms:W3CDTF">2025-04-16T23:28:51Z</dcterms:modified>
</cp:coreProperties>
</file>